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9" r:id="rId2"/>
    <p:sldId id="264" r:id="rId3"/>
    <p:sldId id="265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91" autoAdjust="0"/>
    <p:restoredTop sz="96521" autoAdjust="0"/>
  </p:normalViewPr>
  <p:slideViewPr>
    <p:cSldViewPr snapToGrid="0">
      <p:cViewPr varScale="1">
        <p:scale>
          <a:sx n="144" d="100"/>
          <a:sy n="144" d="100"/>
        </p:scale>
        <p:origin x="139" y="109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A4CC4C-46F5-46F3-85E2-9ED9B7E1982B}" type="datetimeFigureOut">
              <a:rPr kumimoji="1" lang="ja-JP" altLang="en-US" smtClean="0"/>
              <a:t>2026/4/16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F6C635-A189-408F-A143-FCFB306BD5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5320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1F818-4A88-673F-63F3-12F552BA5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FF602C1-4DB0-9BAD-308F-31DC31074A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3AA4298-A650-1B7B-F421-25BA731150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D779C0C-269D-9F41-8249-8201DF560F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F6C635-A189-408F-A143-FCFB306BD574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67490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4FE51-8224-176B-7B57-84B25A7E5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8E42B95-6B21-D748-8A40-46CE47E221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BE21DDF-0F09-F3F0-B88B-8B402BE109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5589398-0B30-219B-B194-4D930F7031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F6C635-A189-408F-A143-FCFB306BD574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57641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CEC8A-2E6D-B992-0E38-E77B3A775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D47DC28-7503-FF72-05C9-3ED50CD882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1FFC2C0-2157-A8E8-029E-05267D36A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8F667E9-0D68-B91E-A866-D47B0CE215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F6C635-A189-408F-A143-FCFB306BD574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33320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861384-1839-E577-C3D8-AD5A8E7694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DFAF9FA-907C-0BF5-5692-56C8B87480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5595931-7543-599C-7DC2-34E27C152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8896E-E9D5-421C-A91A-B4BACA6CE51B}" type="datetimeFigureOut">
              <a:rPr kumimoji="1" lang="ja-JP" altLang="en-US" smtClean="0"/>
              <a:t>2026/4/16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682E4D5-5581-C49E-71B7-A9099717C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F5F4ADA-A696-A868-C7F0-38CE7B17F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BE531-EC77-4B2C-AB6C-3824CE1C93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3553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FF671C-F140-8082-67B8-5BAC5002A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C6ABE23-744D-D1BD-920C-A36D6E12E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EE21018-A1F7-8CC9-D192-5F5B548AB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8896E-E9D5-421C-A91A-B4BACA6CE51B}" type="datetimeFigureOut">
              <a:rPr kumimoji="1" lang="ja-JP" altLang="en-US" smtClean="0"/>
              <a:t>2026/4/16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A4D9352-BEC2-AA93-0DE0-EFE1AFE51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D5C921-64F6-D8CB-8DCD-74C45777E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BE531-EC77-4B2C-AB6C-3824CE1C93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6861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3F80F7-7394-2CB3-3632-F6B47C41F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100843F-39CA-BF1B-F21C-8F1D7F41D6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D6D14A6-8F7C-DEB5-F12E-F777CD331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8896E-E9D5-421C-A91A-B4BACA6CE51B}" type="datetimeFigureOut">
              <a:rPr kumimoji="1" lang="ja-JP" altLang="en-US" smtClean="0"/>
              <a:t>2026/4/16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7B2E1CF-3915-AD12-ABB8-7DFDCC16E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A08850-F80C-75D8-E3AB-104994984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BE531-EC77-4B2C-AB6C-3824CE1C93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9285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10DA6C-976F-1761-51C2-1726CC755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0D37A0D-4853-22E6-FA59-B1C4950DF7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D015EDF-BAF6-19FE-E168-AC99E48DAF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D16ADAC-D90B-BCFA-A9F0-0950E6190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8896E-E9D5-421C-A91A-B4BACA6CE51B}" type="datetimeFigureOut">
              <a:rPr kumimoji="1" lang="ja-JP" altLang="en-US" smtClean="0"/>
              <a:t>2026/4/16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579F89D-9D7C-F989-36C3-71BB4276E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EBE09A9-F64B-AD62-B6F5-03D08A927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BE531-EC77-4B2C-AB6C-3824CE1C93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5558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30C1BC-1032-D3B0-6741-1900140F8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0C5CE42-8049-F8C3-F56B-AD0653597B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F16F8A5-C933-EC55-541E-0754D41668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0C6F0B4-F46E-47EB-C53E-495AB2B3B3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BF14417-6315-F752-0A9B-747505C0EB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F36B7B9-34FA-B72E-2192-47C20FCDD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8896E-E9D5-421C-A91A-B4BACA6CE51B}" type="datetimeFigureOut">
              <a:rPr kumimoji="1" lang="ja-JP" altLang="en-US" smtClean="0"/>
              <a:t>2026/4/16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A6ACB55-8728-C56F-28F6-7DB9C3575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BE60ECC-7AB7-2417-45ED-1B6FB7021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BE531-EC77-4B2C-AB6C-3824CE1C93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5853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85E508-5D1A-E418-4B44-973DC0DAE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404E572-5058-F785-179B-92135BE67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8896E-E9D5-421C-A91A-B4BACA6CE51B}" type="datetimeFigureOut">
              <a:rPr kumimoji="1" lang="ja-JP" altLang="en-US" smtClean="0"/>
              <a:t>2026/4/16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EE46B22-36C4-A5A6-E5A3-5F1FC0A63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0E2F95B-2E28-0887-A4A9-3CAF70598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BE531-EC77-4B2C-AB6C-3824CE1C93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3758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F4F1F85-889E-888E-7644-92158978F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8896E-E9D5-421C-A91A-B4BACA6CE51B}" type="datetimeFigureOut">
              <a:rPr kumimoji="1" lang="ja-JP" altLang="en-US" smtClean="0"/>
              <a:t>2026/4/16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67F734F-AD34-D3D9-01F2-811A34074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F9A542F-600D-6612-D3BE-371C0A552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BE531-EC77-4B2C-AB6C-3824CE1C93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3560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DEB585-CB93-2216-C917-22B54FB2A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E3E83F5-7632-2104-236C-BBB6AD2E2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DAEE18D-102F-7F81-2FBB-F3379EAABD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5BDCFEF-7783-EE69-78A0-536930DBD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8896E-E9D5-421C-A91A-B4BACA6CE51B}" type="datetimeFigureOut">
              <a:rPr kumimoji="1" lang="ja-JP" altLang="en-US" smtClean="0"/>
              <a:t>2026/4/16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B3DFCA4-56AD-7EF3-BDD5-4F32821BC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530257D-F574-4DFF-2DFF-B24950141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BE531-EC77-4B2C-AB6C-3824CE1C93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0902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EBFDC0-C161-7579-E0E6-E1BF19145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CBBF212-71AA-B443-90F8-CD82E3E377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D707959-A856-898C-C2F1-C1B185C97E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5A6C316-891C-BF80-541F-54D646E46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8896E-E9D5-421C-A91A-B4BACA6CE51B}" type="datetimeFigureOut">
              <a:rPr kumimoji="1" lang="ja-JP" altLang="en-US" smtClean="0"/>
              <a:t>2026/4/16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E403F6-BE6E-86C1-EC51-BA8B38B18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8FFCB5F-230F-A74C-11C5-50612B624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BE531-EC77-4B2C-AB6C-3824CE1C93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1403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22F49F-2B0F-8BE7-74CC-14437E0EA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6F6BFE6-7A1B-9ECA-A6FD-1ED406171F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FF3C696-0F49-56FE-2E00-FD5674AF5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8896E-E9D5-421C-A91A-B4BACA6CE51B}" type="datetimeFigureOut">
              <a:rPr kumimoji="1" lang="ja-JP" altLang="en-US" smtClean="0"/>
              <a:t>2026/4/16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DCCBADB-865A-C23F-8597-E4D6AFCA7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5845A5D-A918-497F-EA47-5E8C860BB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BE531-EC77-4B2C-AB6C-3824CE1C93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9058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9BD4237-846A-B83E-2073-62FAA57BEF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EBF1151-1563-47D5-1AB1-4A6437FE57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A1AEA5A-9FBF-1ADB-A9DF-19F2AA0DA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8896E-E9D5-421C-A91A-B4BACA6CE51B}" type="datetimeFigureOut">
              <a:rPr kumimoji="1" lang="ja-JP" altLang="en-US" smtClean="0"/>
              <a:t>2026/4/16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2514C4E-C972-0215-FE88-C75E7A2C3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D7F57E9-452D-6A44-F110-4EE07A970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BE531-EC77-4B2C-AB6C-3824CE1C93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3408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28470D5-9E92-D5A7-6121-6CE154127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B68375C-BD71-B4DD-FB3D-01B0EE60BE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C794BFB-8D2C-63C0-357F-BE0B8DE9C5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48896E-E9D5-421C-A91A-B4BACA6CE51B}" type="datetimeFigureOut">
              <a:rPr kumimoji="1" lang="ja-JP" altLang="en-US" smtClean="0"/>
              <a:t>2026/4/16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DA1A6B8-F0D5-8839-0512-E8CD8A60A1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3A895B-D312-59CA-D0B7-1ABE3847EC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CBE531-EC77-4B2C-AB6C-3824CE1C93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9474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FC34A-4A81-6648-09A6-03A3EEEF6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9A6D62E7-62D0-93A7-94ED-004D66E6A208}"/>
              </a:ext>
            </a:extLst>
          </p:cNvPr>
          <p:cNvSpPr/>
          <p:nvPr/>
        </p:nvSpPr>
        <p:spPr>
          <a:xfrm>
            <a:off x="8674289" y="1798125"/>
            <a:ext cx="1373000" cy="99139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8" name="正方形/長方形 337">
            <a:extLst>
              <a:ext uri="{FF2B5EF4-FFF2-40B4-BE49-F238E27FC236}">
                <a16:creationId xmlns:a16="http://schemas.microsoft.com/office/drawing/2014/main" id="{61C73BD7-686F-B41F-22E5-ED8403113860}"/>
              </a:ext>
            </a:extLst>
          </p:cNvPr>
          <p:cNvSpPr/>
          <p:nvPr/>
        </p:nvSpPr>
        <p:spPr>
          <a:xfrm>
            <a:off x="10342773" y="0"/>
            <a:ext cx="786423" cy="6857999"/>
          </a:xfrm>
          <a:custGeom>
            <a:avLst/>
            <a:gdLst>
              <a:gd name="csX0" fmla="*/ 0 w 786423"/>
              <a:gd name="csY0" fmla="*/ 0 h 6857999"/>
              <a:gd name="csX1" fmla="*/ 401076 w 786423"/>
              <a:gd name="csY1" fmla="*/ 0 h 6857999"/>
              <a:gd name="csX2" fmla="*/ 786423 w 786423"/>
              <a:gd name="csY2" fmla="*/ 0 h 6857999"/>
              <a:gd name="csX3" fmla="*/ 786423 w 786423"/>
              <a:gd name="csY3" fmla="*/ 480060 h 6857999"/>
              <a:gd name="csX4" fmla="*/ 786423 w 786423"/>
              <a:gd name="csY4" fmla="*/ 1165860 h 6857999"/>
              <a:gd name="csX5" fmla="*/ 786423 w 786423"/>
              <a:gd name="csY5" fmla="*/ 1645920 h 6857999"/>
              <a:gd name="csX6" fmla="*/ 786423 w 786423"/>
              <a:gd name="csY6" fmla="*/ 2400300 h 6857999"/>
              <a:gd name="csX7" fmla="*/ 786423 w 786423"/>
              <a:gd name="csY7" fmla="*/ 3154680 h 6857999"/>
              <a:gd name="csX8" fmla="*/ 786423 w 786423"/>
              <a:gd name="csY8" fmla="*/ 3703319 h 6857999"/>
              <a:gd name="csX9" fmla="*/ 786423 w 786423"/>
              <a:gd name="csY9" fmla="*/ 4183379 h 6857999"/>
              <a:gd name="csX10" fmla="*/ 786423 w 786423"/>
              <a:gd name="csY10" fmla="*/ 5006339 h 6857999"/>
              <a:gd name="csX11" fmla="*/ 786423 w 786423"/>
              <a:gd name="csY11" fmla="*/ 5760719 h 6857999"/>
              <a:gd name="csX12" fmla="*/ 786423 w 786423"/>
              <a:gd name="csY12" fmla="*/ 6857999 h 6857999"/>
              <a:gd name="csX13" fmla="*/ 416804 w 786423"/>
              <a:gd name="csY13" fmla="*/ 6857999 h 6857999"/>
              <a:gd name="csX14" fmla="*/ 0 w 786423"/>
              <a:gd name="csY14" fmla="*/ 6857999 h 6857999"/>
              <a:gd name="csX15" fmla="*/ 0 w 786423"/>
              <a:gd name="csY15" fmla="*/ 6172199 h 6857999"/>
              <a:gd name="csX16" fmla="*/ 0 w 786423"/>
              <a:gd name="csY16" fmla="*/ 5417819 h 6857999"/>
              <a:gd name="csX17" fmla="*/ 0 w 786423"/>
              <a:gd name="csY17" fmla="*/ 4663439 h 6857999"/>
              <a:gd name="csX18" fmla="*/ 0 w 786423"/>
              <a:gd name="csY18" fmla="*/ 4114799 h 6857999"/>
              <a:gd name="csX19" fmla="*/ 0 w 786423"/>
              <a:gd name="csY19" fmla="*/ 3360420 h 6857999"/>
              <a:gd name="csX20" fmla="*/ 0 w 786423"/>
              <a:gd name="csY20" fmla="*/ 2880360 h 6857999"/>
              <a:gd name="csX21" fmla="*/ 0 w 786423"/>
              <a:gd name="csY21" fmla="*/ 2194560 h 6857999"/>
              <a:gd name="csX22" fmla="*/ 0 w 786423"/>
              <a:gd name="csY22" fmla="*/ 1440180 h 6857999"/>
              <a:gd name="csX23" fmla="*/ 0 w 786423"/>
              <a:gd name="csY23" fmla="*/ 617220 h 6857999"/>
              <a:gd name="csX24" fmla="*/ 0 w 786423"/>
              <a:gd name="csY24" fmla="*/ 0 h 6857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786423" h="6857999" fill="none" extrusionOk="0">
                <a:moveTo>
                  <a:pt x="0" y="0"/>
                </a:moveTo>
                <a:cubicBezTo>
                  <a:pt x="145573" y="8798"/>
                  <a:pt x="207621" y="16943"/>
                  <a:pt x="401076" y="0"/>
                </a:cubicBezTo>
                <a:cubicBezTo>
                  <a:pt x="594531" y="-16943"/>
                  <a:pt x="705689" y="-5171"/>
                  <a:pt x="786423" y="0"/>
                </a:cubicBezTo>
                <a:cubicBezTo>
                  <a:pt x="798165" y="133602"/>
                  <a:pt x="775325" y="355324"/>
                  <a:pt x="786423" y="480060"/>
                </a:cubicBezTo>
                <a:cubicBezTo>
                  <a:pt x="797521" y="604796"/>
                  <a:pt x="802391" y="838864"/>
                  <a:pt x="786423" y="1165860"/>
                </a:cubicBezTo>
                <a:cubicBezTo>
                  <a:pt x="770455" y="1492856"/>
                  <a:pt x="780773" y="1447560"/>
                  <a:pt x="786423" y="1645920"/>
                </a:cubicBezTo>
                <a:cubicBezTo>
                  <a:pt x="792073" y="1844280"/>
                  <a:pt x="804891" y="2238209"/>
                  <a:pt x="786423" y="2400300"/>
                </a:cubicBezTo>
                <a:cubicBezTo>
                  <a:pt x="767955" y="2562391"/>
                  <a:pt x="814649" y="2962310"/>
                  <a:pt x="786423" y="3154680"/>
                </a:cubicBezTo>
                <a:cubicBezTo>
                  <a:pt x="758197" y="3347050"/>
                  <a:pt x="805769" y="3455586"/>
                  <a:pt x="786423" y="3703319"/>
                </a:cubicBezTo>
                <a:cubicBezTo>
                  <a:pt x="767077" y="3951052"/>
                  <a:pt x="777922" y="4052266"/>
                  <a:pt x="786423" y="4183379"/>
                </a:cubicBezTo>
                <a:cubicBezTo>
                  <a:pt x="794924" y="4314492"/>
                  <a:pt x="825142" y="4667695"/>
                  <a:pt x="786423" y="5006339"/>
                </a:cubicBezTo>
                <a:cubicBezTo>
                  <a:pt x="747704" y="5344983"/>
                  <a:pt x="823664" y="5511695"/>
                  <a:pt x="786423" y="5760719"/>
                </a:cubicBezTo>
                <a:cubicBezTo>
                  <a:pt x="749182" y="6009743"/>
                  <a:pt x="772826" y="6321756"/>
                  <a:pt x="786423" y="6857999"/>
                </a:cubicBezTo>
                <a:cubicBezTo>
                  <a:pt x="619494" y="6852631"/>
                  <a:pt x="493126" y="6846686"/>
                  <a:pt x="416804" y="6857999"/>
                </a:cubicBezTo>
                <a:cubicBezTo>
                  <a:pt x="340482" y="6869312"/>
                  <a:pt x="156206" y="6869105"/>
                  <a:pt x="0" y="6857999"/>
                </a:cubicBezTo>
                <a:cubicBezTo>
                  <a:pt x="11977" y="6570649"/>
                  <a:pt x="33328" y="6328897"/>
                  <a:pt x="0" y="6172199"/>
                </a:cubicBezTo>
                <a:cubicBezTo>
                  <a:pt x="-33328" y="6015501"/>
                  <a:pt x="36152" y="5664092"/>
                  <a:pt x="0" y="5417819"/>
                </a:cubicBezTo>
                <a:cubicBezTo>
                  <a:pt x="-36152" y="5171546"/>
                  <a:pt x="-12126" y="4911866"/>
                  <a:pt x="0" y="4663439"/>
                </a:cubicBezTo>
                <a:cubicBezTo>
                  <a:pt x="12126" y="4415012"/>
                  <a:pt x="12216" y="4230920"/>
                  <a:pt x="0" y="4114799"/>
                </a:cubicBezTo>
                <a:cubicBezTo>
                  <a:pt x="-12216" y="3998678"/>
                  <a:pt x="30731" y="3642583"/>
                  <a:pt x="0" y="3360420"/>
                </a:cubicBezTo>
                <a:cubicBezTo>
                  <a:pt x="-30731" y="3078257"/>
                  <a:pt x="-12897" y="3053867"/>
                  <a:pt x="0" y="2880360"/>
                </a:cubicBezTo>
                <a:cubicBezTo>
                  <a:pt x="12897" y="2706853"/>
                  <a:pt x="-18022" y="2453640"/>
                  <a:pt x="0" y="2194560"/>
                </a:cubicBezTo>
                <a:cubicBezTo>
                  <a:pt x="18022" y="1935480"/>
                  <a:pt x="9832" y="1617665"/>
                  <a:pt x="0" y="1440180"/>
                </a:cubicBezTo>
                <a:cubicBezTo>
                  <a:pt x="-9832" y="1262695"/>
                  <a:pt x="-19619" y="924300"/>
                  <a:pt x="0" y="617220"/>
                </a:cubicBezTo>
                <a:cubicBezTo>
                  <a:pt x="19619" y="310140"/>
                  <a:pt x="25026" y="301907"/>
                  <a:pt x="0" y="0"/>
                </a:cubicBezTo>
                <a:close/>
              </a:path>
              <a:path w="786423" h="6857999" stroke="0" extrusionOk="0">
                <a:moveTo>
                  <a:pt x="0" y="0"/>
                </a:moveTo>
                <a:cubicBezTo>
                  <a:pt x="163186" y="13031"/>
                  <a:pt x="282849" y="-17798"/>
                  <a:pt x="408940" y="0"/>
                </a:cubicBezTo>
                <a:cubicBezTo>
                  <a:pt x="535031" y="17798"/>
                  <a:pt x="642148" y="3069"/>
                  <a:pt x="786423" y="0"/>
                </a:cubicBezTo>
                <a:cubicBezTo>
                  <a:pt x="768765" y="150743"/>
                  <a:pt x="799408" y="343511"/>
                  <a:pt x="786423" y="480060"/>
                </a:cubicBezTo>
                <a:cubicBezTo>
                  <a:pt x="773438" y="616609"/>
                  <a:pt x="781529" y="966321"/>
                  <a:pt x="786423" y="1165860"/>
                </a:cubicBezTo>
                <a:cubicBezTo>
                  <a:pt x="791317" y="1365399"/>
                  <a:pt x="795635" y="1497597"/>
                  <a:pt x="786423" y="1783080"/>
                </a:cubicBezTo>
                <a:cubicBezTo>
                  <a:pt x="777211" y="2068563"/>
                  <a:pt x="785930" y="2240572"/>
                  <a:pt x="786423" y="2537460"/>
                </a:cubicBezTo>
                <a:cubicBezTo>
                  <a:pt x="786916" y="2834348"/>
                  <a:pt x="809244" y="2981211"/>
                  <a:pt x="786423" y="3223260"/>
                </a:cubicBezTo>
                <a:cubicBezTo>
                  <a:pt x="763602" y="3465309"/>
                  <a:pt x="763499" y="3553299"/>
                  <a:pt x="786423" y="3703319"/>
                </a:cubicBezTo>
                <a:cubicBezTo>
                  <a:pt x="809347" y="3853339"/>
                  <a:pt x="750662" y="4123603"/>
                  <a:pt x="786423" y="4457699"/>
                </a:cubicBezTo>
                <a:cubicBezTo>
                  <a:pt x="822184" y="4791795"/>
                  <a:pt x="753784" y="4950371"/>
                  <a:pt x="786423" y="5280659"/>
                </a:cubicBezTo>
                <a:cubicBezTo>
                  <a:pt x="819062" y="5610947"/>
                  <a:pt x="800733" y="5921662"/>
                  <a:pt x="786423" y="6103619"/>
                </a:cubicBezTo>
                <a:cubicBezTo>
                  <a:pt x="772113" y="6285576"/>
                  <a:pt x="767639" y="6507483"/>
                  <a:pt x="786423" y="6857999"/>
                </a:cubicBezTo>
                <a:cubicBezTo>
                  <a:pt x="710372" y="6856775"/>
                  <a:pt x="553290" y="6851116"/>
                  <a:pt x="416804" y="6857999"/>
                </a:cubicBezTo>
                <a:cubicBezTo>
                  <a:pt x="280318" y="6864882"/>
                  <a:pt x="151858" y="6842205"/>
                  <a:pt x="0" y="6857999"/>
                </a:cubicBezTo>
                <a:cubicBezTo>
                  <a:pt x="-40690" y="6675059"/>
                  <a:pt x="4506" y="6406899"/>
                  <a:pt x="0" y="6035039"/>
                </a:cubicBezTo>
                <a:cubicBezTo>
                  <a:pt x="-4506" y="5663179"/>
                  <a:pt x="-2670" y="5644278"/>
                  <a:pt x="0" y="5417819"/>
                </a:cubicBezTo>
                <a:cubicBezTo>
                  <a:pt x="2670" y="5191360"/>
                  <a:pt x="-16631" y="5109403"/>
                  <a:pt x="0" y="4937759"/>
                </a:cubicBezTo>
                <a:cubicBezTo>
                  <a:pt x="16631" y="4766115"/>
                  <a:pt x="6998" y="4633205"/>
                  <a:pt x="0" y="4389119"/>
                </a:cubicBezTo>
                <a:cubicBezTo>
                  <a:pt x="-6998" y="4145033"/>
                  <a:pt x="40547" y="3819155"/>
                  <a:pt x="0" y="3566159"/>
                </a:cubicBezTo>
                <a:cubicBezTo>
                  <a:pt x="-40547" y="3313163"/>
                  <a:pt x="15071" y="3223212"/>
                  <a:pt x="0" y="3017520"/>
                </a:cubicBezTo>
                <a:cubicBezTo>
                  <a:pt x="-15071" y="2811828"/>
                  <a:pt x="16567" y="2674419"/>
                  <a:pt x="0" y="2331720"/>
                </a:cubicBezTo>
                <a:cubicBezTo>
                  <a:pt x="-16567" y="1989021"/>
                  <a:pt x="9678" y="1958494"/>
                  <a:pt x="0" y="1645920"/>
                </a:cubicBezTo>
                <a:cubicBezTo>
                  <a:pt x="-9678" y="1333346"/>
                  <a:pt x="-23284" y="1154140"/>
                  <a:pt x="0" y="1028700"/>
                </a:cubicBezTo>
                <a:cubicBezTo>
                  <a:pt x="23284" y="903260"/>
                  <a:pt x="9262" y="501632"/>
                  <a:pt x="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6350">
            <a:extLst>
              <a:ext uri="{C807C97D-BFC1-408E-A445-0C87EB9F89A2}">
                <ask:lineSketchStyleProps xmlns:ask="http://schemas.microsoft.com/office/drawing/2018/sketchyshapes" sd="279908305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altLang="ja-JP" sz="1400" dirty="0">
              <a:solidFill>
                <a:schemeClr val="tx1"/>
              </a:solidFill>
            </a:endParaRPr>
          </a:p>
          <a:p>
            <a:pPr algn="ctr"/>
            <a:r>
              <a:rPr lang="ja-JP" altLang="en-US" sz="1400" dirty="0">
                <a:solidFill>
                  <a:schemeClr val="tx1"/>
                </a:solidFill>
              </a:rPr>
              <a:t>診察</a:t>
            </a:r>
            <a:endParaRPr lang="en-US" altLang="ja-JP" sz="1400" dirty="0">
              <a:solidFill>
                <a:schemeClr val="tx1"/>
              </a:solidFill>
            </a:endParaRPr>
          </a:p>
          <a:p>
            <a:pPr algn="ctr"/>
            <a:r>
              <a:rPr lang="ja-JP" altLang="en-US" sz="1400" dirty="0">
                <a:solidFill>
                  <a:schemeClr val="tx1"/>
                </a:solidFill>
              </a:rPr>
              <a:t>当日</a:t>
            </a:r>
            <a:endParaRPr lang="en-US" altLang="ja-JP" sz="1400" dirty="0">
              <a:solidFill>
                <a:schemeClr val="tx1"/>
              </a:solidFill>
            </a:endParaRPr>
          </a:p>
        </p:txBody>
      </p:sp>
      <p:sp>
        <p:nvSpPr>
          <p:cNvPr id="114" name="正方形/長方形 113">
            <a:extLst>
              <a:ext uri="{FF2B5EF4-FFF2-40B4-BE49-F238E27FC236}">
                <a16:creationId xmlns:a16="http://schemas.microsoft.com/office/drawing/2014/main" id="{A875F4B5-2900-0B83-AEB2-C9B523806BCB}"/>
              </a:ext>
            </a:extLst>
          </p:cNvPr>
          <p:cNvSpPr/>
          <p:nvPr/>
        </p:nvSpPr>
        <p:spPr>
          <a:xfrm>
            <a:off x="0" y="0"/>
            <a:ext cx="969540" cy="881486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0F2CAA04-14C7-9E00-76B4-30B1A8FCD709}"/>
              </a:ext>
            </a:extLst>
          </p:cNvPr>
          <p:cNvSpPr/>
          <p:nvPr/>
        </p:nvSpPr>
        <p:spPr>
          <a:xfrm>
            <a:off x="6062386" y="2363240"/>
            <a:ext cx="1862014" cy="867326"/>
          </a:xfrm>
          <a:prstGeom prst="rect">
            <a:avLst/>
          </a:prstGeom>
          <a:solidFill>
            <a:srgbClr val="FFFF0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70" name="コネクタ: カギ線 369">
            <a:extLst>
              <a:ext uri="{FF2B5EF4-FFF2-40B4-BE49-F238E27FC236}">
                <a16:creationId xmlns:a16="http://schemas.microsoft.com/office/drawing/2014/main" id="{FC5F55BF-2B42-EE33-E776-C37DAE8D288B}"/>
              </a:ext>
            </a:extLst>
          </p:cNvPr>
          <p:cNvCxnSpPr>
            <a:cxnSpLocks/>
            <a:stCxn id="164" idx="3"/>
            <a:endCxn id="362" idx="2"/>
          </p:cNvCxnSpPr>
          <p:nvPr/>
        </p:nvCxnSpPr>
        <p:spPr>
          <a:xfrm flipV="1">
            <a:off x="9876444" y="3327337"/>
            <a:ext cx="1664920" cy="1944598"/>
          </a:xfrm>
          <a:prstGeom prst="bentConnector2">
            <a:avLst/>
          </a:prstGeom>
          <a:ln w="12700">
            <a:solidFill>
              <a:srgbClr val="00B05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0" name="四角形: 角を丸くする 269">
            <a:extLst>
              <a:ext uri="{FF2B5EF4-FFF2-40B4-BE49-F238E27FC236}">
                <a16:creationId xmlns:a16="http://schemas.microsoft.com/office/drawing/2014/main" id="{45655C27-731E-F610-366B-E75C45DBB54E}"/>
              </a:ext>
            </a:extLst>
          </p:cNvPr>
          <p:cNvSpPr/>
          <p:nvPr/>
        </p:nvSpPr>
        <p:spPr>
          <a:xfrm>
            <a:off x="1181116" y="1068109"/>
            <a:ext cx="1571359" cy="2880386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50C0332-87C6-09D4-D4D1-0D1916D1FF78}"/>
              </a:ext>
            </a:extLst>
          </p:cNvPr>
          <p:cNvSpPr/>
          <p:nvPr/>
        </p:nvSpPr>
        <p:spPr>
          <a:xfrm>
            <a:off x="342855" y="1859011"/>
            <a:ext cx="783965" cy="60216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dirty="0">
                <a:solidFill>
                  <a:schemeClr val="bg1"/>
                </a:solidFill>
              </a:rPr>
              <a:t>チケット</a:t>
            </a:r>
            <a:endParaRPr kumimoji="1" lang="en-US" altLang="ja-JP" sz="1050" dirty="0">
              <a:solidFill>
                <a:schemeClr val="bg1"/>
              </a:solidFill>
            </a:endParaRPr>
          </a:p>
          <a:p>
            <a:pPr algn="ctr"/>
            <a:r>
              <a:rPr lang="ja-JP" altLang="en-US" sz="1050" dirty="0">
                <a:solidFill>
                  <a:schemeClr val="bg1"/>
                </a:solidFill>
              </a:rPr>
              <a:t>初診</a:t>
            </a:r>
            <a:r>
              <a:rPr lang="en-US" altLang="ja-JP" sz="1050" dirty="0">
                <a:solidFill>
                  <a:schemeClr val="bg1"/>
                </a:solidFill>
              </a:rPr>
              <a:t>/</a:t>
            </a:r>
            <a:r>
              <a:rPr lang="ja-JP" altLang="en-US" sz="1050" dirty="0">
                <a:solidFill>
                  <a:schemeClr val="bg1"/>
                </a:solidFill>
              </a:rPr>
              <a:t>変更</a:t>
            </a:r>
            <a:endParaRPr kumimoji="1" lang="ja-JP" altLang="en-US" sz="1050" dirty="0">
              <a:solidFill>
                <a:schemeClr val="bg1"/>
              </a:solidFill>
            </a:endParaRP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2BAA1F46-A3E0-182B-6EB7-843CC5188D3C}"/>
              </a:ext>
            </a:extLst>
          </p:cNvPr>
          <p:cNvSpPr/>
          <p:nvPr/>
        </p:nvSpPr>
        <p:spPr>
          <a:xfrm>
            <a:off x="4957508" y="1368837"/>
            <a:ext cx="1118094" cy="60216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50" dirty="0">
                <a:solidFill>
                  <a:schemeClr val="tx1"/>
                </a:solidFill>
              </a:rPr>
              <a:t>URL</a:t>
            </a:r>
            <a:r>
              <a:rPr kumimoji="1" lang="ja-JP" altLang="en-US" sz="1050" dirty="0">
                <a:solidFill>
                  <a:schemeClr val="tx1"/>
                </a:solidFill>
              </a:rPr>
              <a:t>メール送信</a:t>
            </a:r>
            <a:endParaRPr kumimoji="1" lang="en-US" altLang="ja-JP" sz="1050" dirty="0">
              <a:solidFill>
                <a:schemeClr val="tx1"/>
              </a:solidFill>
            </a:endParaRPr>
          </a:p>
          <a:p>
            <a:pPr algn="ctr"/>
            <a:r>
              <a:rPr lang="en-US" altLang="ja-JP" sz="900" dirty="0">
                <a:solidFill>
                  <a:schemeClr val="tx1"/>
                </a:solidFill>
                <a:highlight>
                  <a:srgbClr val="00FF00"/>
                </a:highlight>
              </a:rPr>
              <a:t>(URL</a:t>
            </a:r>
            <a:r>
              <a:rPr lang="ja-JP" altLang="en-US" sz="900" dirty="0">
                <a:solidFill>
                  <a:schemeClr val="tx1"/>
                </a:solidFill>
                <a:highlight>
                  <a:srgbClr val="00FF00"/>
                </a:highlight>
              </a:rPr>
              <a:t>先に</a:t>
            </a:r>
            <a:r>
              <a:rPr kumimoji="1" lang="en-US" altLang="ja-JP" sz="900" dirty="0">
                <a:solidFill>
                  <a:schemeClr val="tx1"/>
                </a:solidFill>
                <a:highlight>
                  <a:srgbClr val="00FF00"/>
                </a:highlight>
              </a:rPr>
              <a:t>Cancel</a:t>
            </a:r>
            <a:r>
              <a:rPr kumimoji="1" lang="ja-JP" altLang="en-US" sz="900" dirty="0">
                <a:solidFill>
                  <a:schemeClr val="tx1"/>
                </a:solidFill>
                <a:highlight>
                  <a:srgbClr val="00FF00"/>
                </a:highlight>
              </a:rPr>
              <a:t>ボタンあり</a:t>
            </a:r>
            <a:r>
              <a:rPr kumimoji="1" lang="en-US" altLang="ja-JP" sz="900" dirty="0">
                <a:solidFill>
                  <a:schemeClr val="tx1"/>
                </a:solidFill>
                <a:highlight>
                  <a:srgbClr val="00FF00"/>
                </a:highlight>
              </a:rPr>
              <a:t>)</a:t>
            </a:r>
            <a:endParaRPr kumimoji="1" lang="ja-JP" altLang="en-US" sz="9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731DEAF6-0456-01F6-6166-D4BE15024C89}"/>
              </a:ext>
            </a:extLst>
          </p:cNvPr>
          <p:cNvSpPr/>
          <p:nvPr/>
        </p:nvSpPr>
        <p:spPr>
          <a:xfrm>
            <a:off x="4946420" y="2559565"/>
            <a:ext cx="1118094" cy="60216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50" dirty="0">
                <a:solidFill>
                  <a:schemeClr val="tx1"/>
                </a:solidFill>
              </a:rPr>
              <a:t>URL</a:t>
            </a:r>
            <a:r>
              <a:rPr kumimoji="1" lang="ja-JP" altLang="en-US" sz="1050" dirty="0">
                <a:solidFill>
                  <a:schemeClr val="tx1"/>
                </a:solidFill>
              </a:rPr>
              <a:t>メール送信</a:t>
            </a:r>
            <a:r>
              <a:rPr kumimoji="1" lang="en-US" altLang="ja-JP" sz="900" dirty="0">
                <a:solidFill>
                  <a:schemeClr val="tx1"/>
                </a:solidFill>
                <a:highlight>
                  <a:srgbClr val="00FFFF"/>
                </a:highlight>
              </a:rPr>
              <a:t>(</a:t>
            </a:r>
            <a:r>
              <a:rPr lang="en-US" altLang="ja-JP" sz="900" dirty="0">
                <a:solidFill>
                  <a:schemeClr val="tx1"/>
                </a:solidFill>
                <a:highlight>
                  <a:srgbClr val="00FFFF"/>
                </a:highlight>
              </a:rPr>
              <a:t>URL</a:t>
            </a:r>
            <a:r>
              <a:rPr lang="ja-JP" altLang="en-US" sz="900" dirty="0">
                <a:solidFill>
                  <a:schemeClr val="tx1"/>
                </a:solidFill>
                <a:highlight>
                  <a:srgbClr val="00FFFF"/>
                </a:highlight>
              </a:rPr>
              <a:t>先に</a:t>
            </a:r>
            <a:r>
              <a:rPr kumimoji="1" lang="en-US" altLang="ja-JP" sz="900" dirty="0">
                <a:solidFill>
                  <a:schemeClr val="tx1"/>
                </a:solidFill>
                <a:highlight>
                  <a:srgbClr val="00FFFF"/>
                </a:highlight>
              </a:rPr>
              <a:t>Cancel</a:t>
            </a:r>
          </a:p>
          <a:p>
            <a:pPr algn="ctr"/>
            <a:r>
              <a:rPr kumimoji="1" lang="ja-JP" altLang="en-US" sz="900" dirty="0">
                <a:solidFill>
                  <a:schemeClr val="tx1"/>
                </a:solidFill>
                <a:highlight>
                  <a:srgbClr val="00FFFF"/>
                </a:highlight>
              </a:rPr>
              <a:t>ボタンなし</a:t>
            </a:r>
            <a:r>
              <a:rPr kumimoji="1" lang="en-US" altLang="ja-JP" sz="900" dirty="0">
                <a:solidFill>
                  <a:schemeClr val="tx1"/>
                </a:solidFill>
                <a:highlight>
                  <a:srgbClr val="00FFFF"/>
                </a:highlight>
              </a:rPr>
              <a:t>)</a:t>
            </a:r>
            <a:endParaRPr kumimoji="1" lang="ja-JP" altLang="en-US" sz="900"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2266B63C-19D4-EF96-BFCC-AF3EE4D57558}"/>
              </a:ext>
            </a:extLst>
          </p:cNvPr>
          <p:cNvSpPr/>
          <p:nvPr/>
        </p:nvSpPr>
        <p:spPr>
          <a:xfrm>
            <a:off x="3354634" y="1220824"/>
            <a:ext cx="1118094" cy="195138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50" dirty="0">
                <a:solidFill>
                  <a:schemeClr val="tx1"/>
                </a:solidFill>
              </a:rPr>
              <a:t>電カル</a:t>
            </a:r>
            <a:r>
              <a:rPr kumimoji="1" lang="ja-JP" altLang="en-US" sz="1050" dirty="0">
                <a:solidFill>
                  <a:schemeClr val="tx1"/>
                </a:solidFill>
              </a:rPr>
              <a:t>予約確保</a:t>
            </a:r>
            <a:endParaRPr lang="en-US" altLang="ja-JP" sz="1050" dirty="0">
              <a:solidFill>
                <a:schemeClr val="tx1"/>
              </a:solidFill>
            </a:endParaRPr>
          </a:p>
          <a:p>
            <a:pPr algn="ctr"/>
            <a:r>
              <a:rPr lang="ja-JP" altLang="en-US" sz="1050" dirty="0">
                <a:solidFill>
                  <a:schemeClr val="tx1"/>
                </a:solidFill>
              </a:rPr>
              <a:t>＆</a:t>
            </a:r>
            <a:endParaRPr kumimoji="1" lang="en-US" altLang="ja-JP" sz="105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050" dirty="0">
                <a:solidFill>
                  <a:schemeClr val="tx1"/>
                </a:solidFill>
              </a:rPr>
              <a:t>確定予約日時</a:t>
            </a:r>
            <a:endParaRPr kumimoji="1" lang="en-US" altLang="ja-JP" sz="1050" dirty="0">
              <a:solidFill>
                <a:schemeClr val="tx1"/>
              </a:solidFill>
            </a:endParaRPr>
          </a:p>
          <a:p>
            <a:pPr algn="ctr"/>
            <a:r>
              <a:rPr lang="ja-JP" altLang="en-US" sz="1050" dirty="0">
                <a:solidFill>
                  <a:schemeClr val="tx1"/>
                </a:solidFill>
              </a:rPr>
              <a:t>ダイアログ</a:t>
            </a:r>
            <a:endParaRPr lang="en-US" altLang="ja-JP" sz="105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050" dirty="0">
                <a:solidFill>
                  <a:schemeClr val="tx1"/>
                </a:solidFill>
              </a:rPr>
              <a:t>(</a:t>
            </a:r>
            <a:r>
              <a:rPr kumimoji="1" lang="ja-JP" altLang="en-US" sz="1050" dirty="0">
                <a:solidFill>
                  <a:schemeClr val="tx1"/>
                </a:solidFill>
              </a:rPr>
              <a:t>対応方法選択</a:t>
            </a:r>
            <a:r>
              <a:rPr kumimoji="1" lang="en-US" altLang="ja-JP" sz="1050" dirty="0">
                <a:solidFill>
                  <a:schemeClr val="tx1"/>
                </a:solidFill>
              </a:rPr>
              <a:t>)</a:t>
            </a:r>
            <a:endParaRPr kumimoji="1" lang="ja-JP" altLang="en-US" sz="1050" dirty="0">
              <a:solidFill>
                <a:schemeClr val="tx1"/>
              </a:solidFill>
            </a:endParaRP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D9008853-5D47-ABB1-E155-2ECB3E88F4EA}"/>
              </a:ext>
            </a:extLst>
          </p:cNvPr>
          <p:cNvSpPr/>
          <p:nvPr/>
        </p:nvSpPr>
        <p:spPr>
          <a:xfrm>
            <a:off x="7075191" y="1451991"/>
            <a:ext cx="476067" cy="45348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既読</a:t>
            </a:r>
            <a:endParaRPr lang="en-US" altLang="ja-JP" sz="1000" dirty="0">
              <a:solidFill>
                <a:schemeClr val="tx1"/>
              </a:solidFill>
            </a:endParaRPr>
          </a:p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検出</a:t>
            </a:r>
            <a:endParaRPr kumimoji="1" lang="ja-JP" altLang="en-US" sz="1000" dirty="0">
              <a:solidFill>
                <a:schemeClr val="tx1"/>
              </a:solidFill>
            </a:endParaRPr>
          </a:p>
        </p:txBody>
      </p:sp>
      <p:cxnSp>
        <p:nvCxnSpPr>
          <p:cNvPr id="61" name="コネクタ: カギ線 60">
            <a:extLst>
              <a:ext uri="{FF2B5EF4-FFF2-40B4-BE49-F238E27FC236}">
                <a16:creationId xmlns:a16="http://schemas.microsoft.com/office/drawing/2014/main" id="{F9C936AC-E6D3-0FD6-6A6E-DD52D71A41BD}"/>
              </a:ext>
            </a:extLst>
          </p:cNvPr>
          <p:cNvCxnSpPr>
            <a:cxnSpLocks/>
            <a:stCxn id="128" idx="1"/>
            <a:endCxn id="46" idx="0"/>
          </p:cNvCxnSpPr>
          <p:nvPr/>
        </p:nvCxnSpPr>
        <p:spPr>
          <a:xfrm rot="10800000" flipV="1">
            <a:off x="3913681" y="770842"/>
            <a:ext cx="882448" cy="449982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正方形/長方形 93">
            <a:extLst>
              <a:ext uri="{FF2B5EF4-FFF2-40B4-BE49-F238E27FC236}">
                <a16:creationId xmlns:a16="http://schemas.microsoft.com/office/drawing/2014/main" id="{4C01A589-85CB-9C0C-A760-B484B4963D54}"/>
              </a:ext>
            </a:extLst>
          </p:cNvPr>
          <p:cNvSpPr/>
          <p:nvPr/>
        </p:nvSpPr>
        <p:spPr>
          <a:xfrm>
            <a:off x="7082503" y="2632480"/>
            <a:ext cx="459080" cy="45348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既読</a:t>
            </a:r>
            <a:endParaRPr lang="en-US" altLang="ja-JP" sz="1000" dirty="0">
              <a:solidFill>
                <a:schemeClr val="tx1"/>
              </a:solidFill>
            </a:endParaRPr>
          </a:p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検出</a:t>
            </a:r>
          </a:p>
        </p:txBody>
      </p:sp>
      <p:cxnSp>
        <p:nvCxnSpPr>
          <p:cNvPr id="97" name="直線矢印コネクタ 96">
            <a:extLst>
              <a:ext uri="{FF2B5EF4-FFF2-40B4-BE49-F238E27FC236}">
                <a16:creationId xmlns:a16="http://schemas.microsoft.com/office/drawing/2014/main" id="{89B0272D-FB31-1202-8A97-4B9AE91440C0}"/>
              </a:ext>
            </a:extLst>
          </p:cNvPr>
          <p:cNvCxnSpPr>
            <a:cxnSpLocks/>
            <a:stCxn id="35" idx="3"/>
            <a:endCxn id="94" idx="1"/>
          </p:cNvCxnSpPr>
          <p:nvPr/>
        </p:nvCxnSpPr>
        <p:spPr>
          <a:xfrm flipV="1">
            <a:off x="6064514" y="2859222"/>
            <a:ext cx="1017989" cy="14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コネクタ: カギ線 117">
            <a:extLst>
              <a:ext uri="{FF2B5EF4-FFF2-40B4-BE49-F238E27FC236}">
                <a16:creationId xmlns:a16="http://schemas.microsoft.com/office/drawing/2014/main" id="{FA6510F6-1D44-F0FF-E0AB-73E1D51C9ECE}"/>
              </a:ext>
            </a:extLst>
          </p:cNvPr>
          <p:cNvCxnSpPr>
            <a:cxnSpLocks/>
            <a:endCxn id="104" idx="2"/>
          </p:cNvCxnSpPr>
          <p:nvPr/>
        </p:nvCxnSpPr>
        <p:spPr>
          <a:xfrm rot="16200000" flipV="1">
            <a:off x="3235843" y="3607184"/>
            <a:ext cx="1350918" cy="3928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正方形/長方形 127">
            <a:extLst>
              <a:ext uri="{FF2B5EF4-FFF2-40B4-BE49-F238E27FC236}">
                <a16:creationId xmlns:a16="http://schemas.microsoft.com/office/drawing/2014/main" id="{97085AAB-4298-9807-56FE-CDF42F75E236}"/>
              </a:ext>
            </a:extLst>
          </p:cNvPr>
          <p:cNvSpPr/>
          <p:nvPr/>
        </p:nvSpPr>
        <p:spPr>
          <a:xfrm>
            <a:off x="4796129" y="330098"/>
            <a:ext cx="1468571" cy="8814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 dirty="0">
                <a:solidFill>
                  <a:schemeClr val="tx1"/>
                </a:solidFill>
              </a:rPr>
              <a:t>【</a:t>
            </a:r>
            <a:r>
              <a:rPr lang="ja-JP" altLang="en-US" sz="1200" dirty="0">
                <a:solidFill>
                  <a:schemeClr val="tx1"/>
                </a:solidFill>
              </a:rPr>
              <a:t>スタッフ取消</a:t>
            </a:r>
            <a:r>
              <a:rPr lang="en-US" altLang="ja-JP" sz="1200" dirty="0">
                <a:solidFill>
                  <a:schemeClr val="tx1"/>
                </a:solidFill>
              </a:rPr>
              <a:t>】</a:t>
            </a:r>
          </a:p>
          <a:p>
            <a:r>
              <a:rPr lang="ja-JP" altLang="en-US" sz="1200" dirty="0">
                <a:solidFill>
                  <a:srgbClr val="FF0000"/>
                </a:solidFill>
              </a:rPr>
              <a:t>・電話対応</a:t>
            </a:r>
            <a:endParaRPr lang="en-US" altLang="ja-JP" sz="1200" dirty="0">
              <a:solidFill>
                <a:srgbClr val="FF0000"/>
              </a:solidFill>
            </a:endParaRPr>
          </a:p>
          <a:p>
            <a:r>
              <a:rPr lang="ja-JP" altLang="en-US" sz="1200" dirty="0">
                <a:solidFill>
                  <a:schemeClr val="tx1"/>
                </a:solidFill>
              </a:rPr>
              <a:t>・</a:t>
            </a:r>
            <a:r>
              <a:rPr lang="en-US" altLang="ja-JP" sz="1200" dirty="0">
                <a:solidFill>
                  <a:schemeClr val="tx1"/>
                </a:solidFill>
              </a:rPr>
              <a:t>Cancel</a:t>
            </a:r>
            <a:r>
              <a:rPr lang="ja-JP" altLang="en-US" sz="1200" dirty="0">
                <a:solidFill>
                  <a:schemeClr val="tx1"/>
                </a:solidFill>
              </a:rPr>
              <a:t>押下</a:t>
            </a:r>
            <a:endParaRPr lang="en-US" altLang="ja-JP" sz="1200" dirty="0">
              <a:solidFill>
                <a:schemeClr val="tx1"/>
              </a:solidFill>
            </a:endParaRPr>
          </a:p>
          <a:p>
            <a:r>
              <a:rPr lang="ja-JP" altLang="en-US" sz="1200" dirty="0">
                <a:solidFill>
                  <a:schemeClr val="tx1"/>
                </a:solidFill>
              </a:rPr>
              <a:t>　→</a:t>
            </a:r>
            <a:r>
              <a:rPr lang="en-US" altLang="ja-JP" sz="1200" dirty="0">
                <a:solidFill>
                  <a:schemeClr val="tx1"/>
                </a:solidFill>
              </a:rPr>
              <a:t>URL</a:t>
            </a:r>
            <a:r>
              <a:rPr lang="ja-JP" altLang="en-US" sz="1200" dirty="0">
                <a:solidFill>
                  <a:schemeClr val="tx1"/>
                </a:solidFill>
              </a:rPr>
              <a:t>無効化</a:t>
            </a:r>
            <a:endParaRPr lang="en-US" altLang="ja-JP" sz="1200" dirty="0">
              <a:solidFill>
                <a:schemeClr val="tx1"/>
              </a:solidFill>
            </a:endParaRPr>
          </a:p>
        </p:txBody>
      </p:sp>
      <p:cxnSp>
        <p:nvCxnSpPr>
          <p:cNvPr id="136" name="コネクタ: カギ線 135">
            <a:extLst>
              <a:ext uri="{FF2B5EF4-FFF2-40B4-BE49-F238E27FC236}">
                <a16:creationId xmlns:a16="http://schemas.microsoft.com/office/drawing/2014/main" id="{4CF7C951-C970-9E68-EC2D-D9F84F4DF95C}"/>
              </a:ext>
            </a:extLst>
          </p:cNvPr>
          <p:cNvCxnSpPr>
            <a:cxnSpLocks/>
            <a:stCxn id="275" idx="0"/>
            <a:endCxn id="128" idx="3"/>
          </p:cNvCxnSpPr>
          <p:nvPr/>
        </p:nvCxnSpPr>
        <p:spPr>
          <a:xfrm rot="16200000" flipV="1">
            <a:off x="5963389" y="1072154"/>
            <a:ext cx="861147" cy="258523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コネクタ: カギ線 138">
            <a:extLst>
              <a:ext uri="{FF2B5EF4-FFF2-40B4-BE49-F238E27FC236}">
                <a16:creationId xmlns:a16="http://schemas.microsoft.com/office/drawing/2014/main" id="{52AC9316-2B51-ABC2-493C-D237340B7480}"/>
              </a:ext>
            </a:extLst>
          </p:cNvPr>
          <p:cNvCxnSpPr>
            <a:cxnSpLocks/>
            <a:stCxn id="277" idx="0"/>
            <a:endCxn id="128" idx="3"/>
          </p:cNvCxnSpPr>
          <p:nvPr/>
        </p:nvCxnSpPr>
        <p:spPr>
          <a:xfrm rot="16200000" flipV="1">
            <a:off x="6839825" y="195718"/>
            <a:ext cx="836929" cy="1987177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コネクタ: カギ線 141">
            <a:extLst>
              <a:ext uri="{FF2B5EF4-FFF2-40B4-BE49-F238E27FC236}">
                <a16:creationId xmlns:a16="http://schemas.microsoft.com/office/drawing/2014/main" id="{CA016A95-0A10-92F4-18A8-DBE1E5CFFE94}"/>
              </a:ext>
            </a:extLst>
          </p:cNvPr>
          <p:cNvCxnSpPr>
            <a:cxnSpLocks/>
            <a:stCxn id="285" idx="2"/>
            <a:endCxn id="321" idx="0"/>
          </p:cNvCxnSpPr>
          <p:nvPr/>
        </p:nvCxnSpPr>
        <p:spPr>
          <a:xfrm rot="5400000">
            <a:off x="5943461" y="3475714"/>
            <a:ext cx="1091034" cy="1030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コネクタ: カギ線 144">
            <a:extLst>
              <a:ext uri="{FF2B5EF4-FFF2-40B4-BE49-F238E27FC236}">
                <a16:creationId xmlns:a16="http://schemas.microsoft.com/office/drawing/2014/main" id="{DAC33BA4-F336-03AC-C4B7-FB8D065FE894}"/>
              </a:ext>
            </a:extLst>
          </p:cNvPr>
          <p:cNvCxnSpPr>
            <a:cxnSpLocks/>
            <a:stCxn id="283" idx="2"/>
            <a:endCxn id="315" idx="3"/>
          </p:cNvCxnSpPr>
          <p:nvPr/>
        </p:nvCxnSpPr>
        <p:spPr>
          <a:xfrm rot="5400000">
            <a:off x="6205414" y="3939395"/>
            <a:ext cx="2545976" cy="515376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正方形/長方形 152">
            <a:extLst>
              <a:ext uri="{FF2B5EF4-FFF2-40B4-BE49-F238E27FC236}">
                <a16:creationId xmlns:a16="http://schemas.microsoft.com/office/drawing/2014/main" id="{2C404B30-AED9-C621-B2A3-1A819C673F87}"/>
              </a:ext>
            </a:extLst>
          </p:cNvPr>
          <p:cNvSpPr/>
          <p:nvPr/>
        </p:nvSpPr>
        <p:spPr>
          <a:xfrm>
            <a:off x="8490909" y="3509459"/>
            <a:ext cx="1468571" cy="86264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100" dirty="0">
                <a:solidFill>
                  <a:schemeClr val="tx1"/>
                </a:solidFill>
              </a:rPr>
              <a:t>【</a:t>
            </a:r>
            <a:r>
              <a:rPr lang="ja-JP" altLang="en-US" sz="1100" dirty="0">
                <a:solidFill>
                  <a:schemeClr val="tx1"/>
                </a:solidFill>
              </a:rPr>
              <a:t>申込者取消</a:t>
            </a:r>
            <a:r>
              <a:rPr lang="en-US" altLang="ja-JP" sz="1100" dirty="0">
                <a:solidFill>
                  <a:schemeClr val="tx1"/>
                </a:solidFill>
              </a:rPr>
              <a:t>】</a:t>
            </a:r>
          </a:p>
          <a:p>
            <a:r>
              <a:rPr lang="en-US" altLang="ja-JP" sz="1100" dirty="0">
                <a:solidFill>
                  <a:schemeClr val="tx1"/>
                </a:solidFill>
              </a:rPr>
              <a:t>Cancel</a:t>
            </a:r>
            <a:r>
              <a:rPr lang="ja-JP" altLang="en-US" sz="1100" dirty="0">
                <a:solidFill>
                  <a:schemeClr val="tx1"/>
                </a:solidFill>
              </a:rPr>
              <a:t>押下</a:t>
            </a:r>
            <a:endParaRPr lang="en-US" altLang="ja-JP" sz="1100" dirty="0">
              <a:solidFill>
                <a:schemeClr val="tx1"/>
              </a:solidFill>
            </a:endParaRPr>
          </a:p>
          <a:p>
            <a:r>
              <a:rPr lang="ja-JP" altLang="en-US" sz="1100" dirty="0">
                <a:solidFill>
                  <a:schemeClr val="tx1"/>
                </a:solidFill>
              </a:rPr>
              <a:t>　→</a:t>
            </a:r>
            <a:r>
              <a:rPr lang="en-US" altLang="ja-JP" sz="1100" dirty="0">
                <a:solidFill>
                  <a:schemeClr val="tx1"/>
                </a:solidFill>
              </a:rPr>
              <a:t>URL</a:t>
            </a:r>
            <a:r>
              <a:rPr lang="ja-JP" altLang="en-US" sz="1100" dirty="0">
                <a:solidFill>
                  <a:schemeClr val="tx1"/>
                </a:solidFill>
              </a:rPr>
              <a:t>無効化</a:t>
            </a:r>
            <a:endParaRPr lang="en-US" altLang="ja-JP" sz="1100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　</a:t>
            </a:r>
            <a:r>
              <a:rPr lang="ja-JP" altLang="en-US" sz="1100" b="1" dirty="0">
                <a:solidFill>
                  <a:srgbClr val="FF0000"/>
                </a:solidFill>
              </a:rPr>
              <a:t>→自動リプライ</a:t>
            </a:r>
            <a:endParaRPr lang="en-US" altLang="ja-JP" sz="1100" b="1" dirty="0">
              <a:solidFill>
                <a:srgbClr val="FF0000"/>
              </a:solidFill>
            </a:endParaRPr>
          </a:p>
        </p:txBody>
      </p:sp>
      <p:cxnSp>
        <p:nvCxnSpPr>
          <p:cNvPr id="159" name="コネクタ: カギ線 158">
            <a:extLst>
              <a:ext uri="{FF2B5EF4-FFF2-40B4-BE49-F238E27FC236}">
                <a16:creationId xmlns:a16="http://schemas.microsoft.com/office/drawing/2014/main" id="{68A8F50D-D982-9A74-1B77-4332CCF16D6D}"/>
              </a:ext>
            </a:extLst>
          </p:cNvPr>
          <p:cNvCxnSpPr>
            <a:cxnSpLocks/>
            <a:stCxn id="56" idx="3"/>
            <a:endCxn id="362" idx="0"/>
          </p:cNvCxnSpPr>
          <p:nvPr/>
        </p:nvCxnSpPr>
        <p:spPr>
          <a:xfrm>
            <a:off x="7551258" y="1678733"/>
            <a:ext cx="3990106" cy="1046438"/>
          </a:xfrm>
          <a:prstGeom prst="bentConnector2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61" name="コネクタ: カギ線 160">
            <a:extLst>
              <a:ext uri="{FF2B5EF4-FFF2-40B4-BE49-F238E27FC236}">
                <a16:creationId xmlns:a16="http://schemas.microsoft.com/office/drawing/2014/main" id="{83160143-DD5D-D506-F420-E6E62A5FE430}"/>
              </a:ext>
            </a:extLst>
          </p:cNvPr>
          <p:cNvCxnSpPr>
            <a:cxnSpLocks/>
            <a:stCxn id="94" idx="3"/>
            <a:endCxn id="362" idx="0"/>
          </p:cNvCxnSpPr>
          <p:nvPr/>
        </p:nvCxnSpPr>
        <p:spPr>
          <a:xfrm flipV="1">
            <a:off x="7541583" y="2725171"/>
            <a:ext cx="3999781" cy="134051"/>
          </a:xfrm>
          <a:prstGeom prst="bentConnector4">
            <a:avLst>
              <a:gd name="adj1" fmla="val 21523"/>
              <a:gd name="adj2" fmla="val 883355"/>
            </a:avLst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44" name="コネクタ: カギ線 243">
            <a:extLst>
              <a:ext uri="{FF2B5EF4-FFF2-40B4-BE49-F238E27FC236}">
                <a16:creationId xmlns:a16="http://schemas.microsoft.com/office/drawing/2014/main" id="{183C06C4-2E8D-30AC-32FE-CC8875346730}"/>
              </a:ext>
            </a:extLst>
          </p:cNvPr>
          <p:cNvCxnSpPr>
            <a:cxnSpLocks/>
            <a:stCxn id="353" idx="2"/>
            <a:endCxn id="153" idx="0"/>
          </p:cNvCxnSpPr>
          <p:nvPr/>
        </p:nvCxnSpPr>
        <p:spPr>
          <a:xfrm rot="5400000">
            <a:off x="8823167" y="2145611"/>
            <a:ext cx="1765876" cy="961820"/>
          </a:xfrm>
          <a:prstGeom prst="bentConnector3">
            <a:avLst>
              <a:gd name="adj1" fmla="val 72893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64" name="正方形/長方形 163">
            <a:extLst>
              <a:ext uri="{FF2B5EF4-FFF2-40B4-BE49-F238E27FC236}">
                <a16:creationId xmlns:a16="http://schemas.microsoft.com/office/drawing/2014/main" id="{001140B4-D058-1756-EC9D-C041B3568098}"/>
              </a:ext>
            </a:extLst>
          </p:cNvPr>
          <p:cNvSpPr/>
          <p:nvPr/>
        </p:nvSpPr>
        <p:spPr>
          <a:xfrm>
            <a:off x="8573439" y="4756278"/>
            <a:ext cx="1303005" cy="103131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050" b="1" dirty="0">
                <a:solidFill>
                  <a:srgbClr val="FF0000"/>
                </a:solidFill>
              </a:rPr>
              <a:t>スタッフ確認</a:t>
            </a:r>
            <a:endParaRPr kumimoji="1" lang="en-US" altLang="ja-JP" sz="1050" b="1" dirty="0">
              <a:solidFill>
                <a:srgbClr val="FF0000"/>
              </a:solidFill>
            </a:endParaRPr>
          </a:p>
          <a:p>
            <a:r>
              <a:rPr lang="ja-JP" altLang="en-US" sz="1050" dirty="0">
                <a:solidFill>
                  <a:schemeClr val="tx1"/>
                </a:solidFill>
              </a:rPr>
              <a:t>電カル予約解除</a:t>
            </a:r>
            <a:endParaRPr lang="en-US" altLang="ja-JP" sz="1050" dirty="0">
              <a:solidFill>
                <a:schemeClr val="tx1"/>
              </a:solidFill>
            </a:endParaRPr>
          </a:p>
        </p:txBody>
      </p:sp>
      <p:cxnSp>
        <p:nvCxnSpPr>
          <p:cNvPr id="272" name="直線矢印コネクタ 271">
            <a:extLst>
              <a:ext uri="{FF2B5EF4-FFF2-40B4-BE49-F238E27FC236}">
                <a16:creationId xmlns:a16="http://schemas.microsoft.com/office/drawing/2014/main" id="{2495E682-B6F3-FDA2-6421-5823D53983E7}"/>
              </a:ext>
            </a:extLst>
          </p:cNvPr>
          <p:cNvCxnSpPr>
            <a:cxnSpLocks/>
            <a:stCxn id="34" idx="3"/>
            <a:endCxn id="56" idx="1"/>
          </p:cNvCxnSpPr>
          <p:nvPr/>
        </p:nvCxnSpPr>
        <p:spPr>
          <a:xfrm>
            <a:off x="6075602" y="1669920"/>
            <a:ext cx="999589" cy="88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5" name="正方形/長方形 274">
            <a:extLst>
              <a:ext uri="{FF2B5EF4-FFF2-40B4-BE49-F238E27FC236}">
                <a16:creationId xmlns:a16="http://schemas.microsoft.com/office/drawing/2014/main" id="{1A0C0147-9A17-F41C-250A-C144097A266E}"/>
              </a:ext>
            </a:extLst>
          </p:cNvPr>
          <p:cNvSpPr/>
          <p:nvPr/>
        </p:nvSpPr>
        <p:spPr>
          <a:xfrm>
            <a:off x="6476879" y="1631989"/>
            <a:ext cx="92688" cy="11534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7" name="正方形/長方形 276">
            <a:extLst>
              <a:ext uri="{FF2B5EF4-FFF2-40B4-BE49-F238E27FC236}">
                <a16:creationId xmlns:a16="http://schemas.microsoft.com/office/drawing/2014/main" id="{51B15DB5-4F49-EC4D-692E-E5CBA80BA216}"/>
              </a:ext>
            </a:extLst>
          </p:cNvPr>
          <p:cNvSpPr/>
          <p:nvPr/>
        </p:nvSpPr>
        <p:spPr>
          <a:xfrm>
            <a:off x="8205533" y="1607771"/>
            <a:ext cx="92688" cy="11534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3" name="正方形/長方形 282">
            <a:extLst>
              <a:ext uri="{FF2B5EF4-FFF2-40B4-BE49-F238E27FC236}">
                <a16:creationId xmlns:a16="http://schemas.microsoft.com/office/drawing/2014/main" id="{BA2E241B-6B74-7927-6864-0ED93E789050}"/>
              </a:ext>
            </a:extLst>
          </p:cNvPr>
          <p:cNvSpPr/>
          <p:nvPr/>
        </p:nvSpPr>
        <p:spPr>
          <a:xfrm>
            <a:off x="7689746" y="2808747"/>
            <a:ext cx="92688" cy="11534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5" name="正方形/長方形 284">
            <a:extLst>
              <a:ext uri="{FF2B5EF4-FFF2-40B4-BE49-F238E27FC236}">
                <a16:creationId xmlns:a16="http://schemas.microsoft.com/office/drawing/2014/main" id="{EE64E617-023A-E26C-F641-7FDE937554F9}"/>
              </a:ext>
            </a:extLst>
          </p:cNvPr>
          <p:cNvSpPr/>
          <p:nvPr/>
        </p:nvSpPr>
        <p:spPr>
          <a:xfrm>
            <a:off x="6443149" y="2815364"/>
            <a:ext cx="92688" cy="11534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3" name="吹き出し: 角を丸めた四角形 302">
            <a:extLst>
              <a:ext uri="{FF2B5EF4-FFF2-40B4-BE49-F238E27FC236}">
                <a16:creationId xmlns:a16="http://schemas.microsoft.com/office/drawing/2014/main" id="{12C54724-7ACE-F824-4BCC-B7A2CD77E3FD}"/>
              </a:ext>
            </a:extLst>
          </p:cNvPr>
          <p:cNvSpPr/>
          <p:nvPr/>
        </p:nvSpPr>
        <p:spPr>
          <a:xfrm>
            <a:off x="1978141" y="412288"/>
            <a:ext cx="1218365" cy="528952"/>
          </a:xfrm>
          <a:prstGeom prst="wedgeRoundRectCallout">
            <a:avLst>
              <a:gd name="adj1" fmla="val 96950"/>
              <a:gd name="adj2" fmla="val 184440"/>
              <a:gd name="adj3" fmla="val 16667"/>
            </a:avLst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50" dirty="0"/>
              <a:t>申込者と電話で予約日時を</a:t>
            </a:r>
            <a:endParaRPr lang="en-US" altLang="ja-JP" sz="1050" dirty="0"/>
          </a:p>
          <a:p>
            <a:pPr algn="ctr"/>
            <a:r>
              <a:rPr lang="ja-JP" altLang="en-US" sz="1050" dirty="0"/>
              <a:t>決める</a:t>
            </a:r>
          </a:p>
        </p:txBody>
      </p:sp>
      <p:sp>
        <p:nvSpPr>
          <p:cNvPr id="304" name="正方形/長方形 303">
            <a:extLst>
              <a:ext uri="{FF2B5EF4-FFF2-40B4-BE49-F238E27FC236}">
                <a16:creationId xmlns:a16="http://schemas.microsoft.com/office/drawing/2014/main" id="{5FFEF77F-0D04-0C26-3B15-A3E6640CB0E6}"/>
              </a:ext>
            </a:extLst>
          </p:cNvPr>
          <p:cNvSpPr/>
          <p:nvPr/>
        </p:nvSpPr>
        <p:spPr>
          <a:xfrm>
            <a:off x="3818453" y="1600593"/>
            <a:ext cx="165017" cy="1562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5" name="正方形/長方形 314">
            <a:extLst>
              <a:ext uri="{FF2B5EF4-FFF2-40B4-BE49-F238E27FC236}">
                <a16:creationId xmlns:a16="http://schemas.microsoft.com/office/drawing/2014/main" id="{B54CAC51-12B4-48C3-8717-767AEAC7FC78}"/>
              </a:ext>
            </a:extLst>
          </p:cNvPr>
          <p:cNvSpPr/>
          <p:nvPr/>
        </p:nvSpPr>
        <p:spPr>
          <a:xfrm>
            <a:off x="5752143" y="4837048"/>
            <a:ext cx="1468571" cy="126604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 dirty="0">
                <a:solidFill>
                  <a:schemeClr val="tx1"/>
                </a:solidFill>
              </a:rPr>
              <a:t>【</a:t>
            </a:r>
            <a:r>
              <a:rPr lang="ja-JP" altLang="en-US" sz="1200" dirty="0">
                <a:solidFill>
                  <a:schemeClr val="tx1"/>
                </a:solidFill>
              </a:rPr>
              <a:t>スタッフ取消</a:t>
            </a:r>
            <a:r>
              <a:rPr lang="en-US" altLang="ja-JP" sz="1200" dirty="0">
                <a:solidFill>
                  <a:schemeClr val="tx1"/>
                </a:solidFill>
              </a:rPr>
              <a:t>】</a:t>
            </a:r>
          </a:p>
          <a:p>
            <a:r>
              <a:rPr lang="ja-JP" altLang="en-US" sz="1200" dirty="0">
                <a:solidFill>
                  <a:schemeClr val="tx1"/>
                </a:solidFill>
              </a:rPr>
              <a:t>・</a:t>
            </a:r>
            <a:r>
              <a:rPr lang="ja-JP" altLang="en-US" sz="1200" b="1" dirty="0">
                <a:solidFill>
                  <a:srgbClr val="FF0000"/>
                </a:solidFill>
              </a:rPr>
              <a:t>電話対応</a:t>
            </a:r>
            <a:endParaRPr lang="en-US" altLang="ja-JP" sz="1200" b="1" dirty="0">
              <a:solidFill>
                <a:srgbClr val="FF0000"/>
              </a:solidFill>
            </a:endParaRPr>
          </a:p>
          <a:p>
            <a:r>
              <a:rPr lang="ja-JP" altLang="en-US" sz="1200" dirty="0">
                <a:solidFill>
                  <a:schemeClr val="tx1"/>
                </a:solidFill>
              </a:rPr>
              <a:t>・</a:t>
            </a:r>
            <a:r>
              <a:rPr lang="en-US" altLang="ja-JP" sz="1200" dirty="0">
                <a:solidFill>
                  <a:schemeClr val="tx1"/>
                </a:solidFill>
              </a:rPr>
              <a:t>Cancel</a:t>
            </a:r>
            <a:r>
              <a:rPr lang="ja-JP" altLang="en-US" sz="1200" dirty="0">
                <a:solidFill>
                  <a:schemeClr val="tx1"/>
                </a:solidFill>
              </a:rPr>
              <a:t>押下</a:t>
            </a:r>
            <a:endParaRPr lang="en-US" altLang="ja-JP" sz="1200" dirty="0">
              <a:solidFill>
                <a:schemeClr val="tx1"/>
              </a:solidFill>
            </a:endParaRPr>
          </a:p>
          <a:p>
            <a:r>
              <a:rPr lang="ja-JP" altLang="en-US" sz="1200" dirty="0">
                <a:solidFill>
                  <a:schemeClr val="tx1"/>
                </a:solidFill>
              </a:rPr>
              <a:t>　→</a:t>
            </a:r>
            <a:r>
              <a:rPr lang="en-US" altLang="ja-JP" sz="1200" dirty="0">
                <a:solidFill>
                  <a:schemeClr val="tx1"/>
                </a:solidFill>
              </a:rPr>
              <a:t>URL</a:t>
            </a:r>
            <a:r>
              <a:rPr lang="ja-JP" altLang="en-US" sz="1200" dirty="0">
                <a:solidFill>
                  <a:schemeClr val="tx1"/>
                </a:solidFill>
              </a:rPr>
              <a:t>無効化</a:t>
            </a:r>
            <a:endParaRPr lang="en-US" altLang="ja-JP" sz="1200" dirty="0">
              <a:solidFill>
                <a:schemeClr val="tx1"/>
              </a:solidFill>
            </a:endParaRPr>
          </a:p>
          <a:p>
            <a:r>
              <a:rPr lang="ja-JP" altLang="en-US" sz="1200" b="1" dirty="0">
                <a:solidFill>
                  <a:schemeClr val="tx1"/>
                </a:solidFill>
              </a:rPr>
              <a:t>　</a:t>
            </a:r>
            <a:endParaRPr lang="en-US" altLang="ja-JP" sz="1200" b="1" dirty="0">
              <a:solidFill>
                <a:srgbClr val="FF0000"/>
              </a:solidFill>
            </a:endParaRPr>
          </a:p>
        </p:txBody>
      </p:sp>
      <p:sp>
        <p:nvSpPr>
          <p:cNvPr id="321" name="正方形/長方形 320">
            <a:extLst>
              <a:ext uri="{FF2B5EF4-FFF2-40B4-BE49-F238E27FC236}">
                <a16:creationId xmlns:a16="http://schemas.microsoft.com/office/drawing/2014/main" id="{C8C243F1-536C-2D55-E4B5-8B683EDF014B}"/>
              </a:ext>
            </a:extLst>
          </p:cNvPr>
          <p:cNvSpPr/>
          <p:nvPr/>
        </p:nvSpPr>
        <p:spPr>
          <a:xfrm>
            <a:off x="5754177" y="4021746"/>
            <a:ext cx="1468571" cy="6691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 dirty="0">
                <a:solidFill>
                  <a:schemeClr val="tx1"/>
                </a:solidFill>
              </a:rPr>
              <a:t>【</a:t>
            </a:r>
            <a:r>
              <a:rPr lang="ja-JP" altLang="en-US" sz="1200" dirty="0">
                <a:solidFill>
                  <a:schemeClr val="tx1"/>
                </a:solidFill>
              </a:rPr>
              <a:t>スタッフ取消</a:t>
            </a:r>
            <a:r>
              <a:rPr lang="en-US" altLang="ja-JP" sz="1200" dirty="0">
                <a:solidFill>
                  <a:schemeClr val="tx1"/>
                </a:solidFill>
              </a:rPr>
              <a:t>】</a:t>
            </a:r>
          </a:p>
          <a:p>
            <a:r>
              <a:rPr lang="ja-JP" altLang="en-US" sz="1200" dirty="0">
                <a:solidFill>
                  <a:schemeClr val="tx1"/>
                </a:solidFill>
              </a:rPr>
              <a:t>・</a:t>
            </a:r>
            <a:r>
              <a:rPr lang="en-US" altLang="ja-JP" sz="1200" dirty="0">
                <a:solidFill>
                  <a:schemeClr val="tx1"/>
                </a:solidFill>
              </a:rPr>
              <a:t>Cancel</a:t>
            </a:r>
            <a:r>
              <a:rPr lang="ja-JP" altLang="en-US" sz="1200" dirty="0">
                <a:solidFill>
                  <a:schemeClr val="tx1"/>
                </a:solidFill>
              </a:rPr>
              <a:t>押下</a:t>
            </a:r>
            <a:endParaRPr lang="en-US" altLang="ja-JP" sz="1200" dirty="0">
              <a:solidFill>
                <a:schemeClr val="tx1"/>
              </a:solidFill>
            </a:endParaRPr>
          </a:p>
          <a:p>
            <a:r>
              <a:rPr lang="ja-JP" altLang="en-US" sz="1200" dirty="0">
                <a:solidFill>
                  <a:schemeClr val="tx1"/>
                </a:solidFill>
              </a:rPr>
              <a:t>　→</a:t>
            </a:r>
            <a:r>
              <a:rPr lang="en-US" altLang="ja-JP" sz="1200" dirty="0">
                <a:solidFill>
                  <a:schemeClr val="tx1"/>
                </a:solidFill>
              </a:rPr>
              <a:t>URL</a:t>
            </a:r>
            <a:r>
              <a:rPr lang="ja-JP" altLang="en-US" sz="1200" dirty="0">
                <a:solidFill>
                  <a:schemeClr val="tx1"/>
                </a:solidFill>
              </a:rPr>
              <a:t>無効化　</a:t>
            </a:r>
            <a:endParaRPr lang="en-US" altLang="ja-JP" sz="1200" dirty="0">
              <a:solidFill>
                <a:schemeClr val="tx1"/>
              </a:solidFill>
            </a:endParaRPr>
          </a:p>
        </p:txBody>
      </p:sp>
      <p:cxnSp>
        <p:nvCxnSpPr>
          <p:cNvPr id="326" name="コネクタ: カギ線 325">
            <a:extLst>
              <a:ext uri="{FF2B5EF4-FFF2-40B4-BE49-F238E27FC236}">
                <a16:creationId xmlns:a16="http://schemas.microsoft.com/office/drawing/2014/main" id="{2C5D2091-894C-F9A6-B250-3510C6C671EB}"/>
              </a:ext>
            </a:extLst>
          </p:cNvPr>
          <p:cNvCxnSpPr>
            <a:cxnSpLocks/>
            <a:endCxn id="104" idx="2"/>
          </p:cNvCxnSpPr>
          <p:nvPr/>
        </p:nvCxnSpPr>
        <p:spPr>
          <a:xfrm rot="10800000">
            <a:off x="3909338" y="2933689"/>
            <a:ext cx="1844844" cy="1406518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2" name="正方形/長方形 361">
            <a:extLst>
              <a:ext uri="{FF2B5EF4-FFF2-40B4-BE49-F238E27FC236}">
                <a16:creationId xmlns:a16="http://schemas.microsoft.com/office/drawing/2014/main" id="{D9ABD373-1D8B-E174-4619-0A49250A4E14}"/>
              </a:ext>
            </a:extLst>
          </p:cNvPr>
          <p:cNvSpPr/>
          <p:nvPr/>
        </p:nvSpPr>
        <p:spPr>
          <a:xfrm>
            <a:off x="11182387" y="2725171"/>
            <a:ext cx="717953" cy="60216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dirty="0">
                <a:solidFill>
                  <a:schemeClr val="bg1"/>
                </a:solidFill>
              </a:rPr>
              <a:t>チケット自動終了</a:t>
            </a:r>
          </a:p>
        </p:txBody>
      </p:sp>
      <p:cxnSp>
        <p:nvCxnSpPr>
          <p:cNvPr id="375" name="コネクタ: カギ線 374">
            <a:extLst>
              <a:ext uri="{FF2B5EF4-FFF2-40B4-BE49-F238E27FC236}">
                <a16:creationId xmlns:a16="http://schemas.microsoft.com/office/drawing/2014/main" id="{FCCEF1C6-837A-A6B2-63B4-30CB6996393D}"/>
              </a:ext>
            </a:extLst>
          </p:cNvPr>
          <p:cNvCxnSpPr>
            <a:cxnSpLocks/>
            <a:stCxn id="153" idx="2"/>
            <a:endCxn id="164" idx="0"/>
          </p:cNvCxnSpPr>
          <p:nvPr/>
        </p:nvCxnSpPr>
        <p:spPr>
          <a:xfrm rot="5400000">
            <a:off x="9032981" y="4564063"/>
            <a:ext cx="384177" cy="253"/>
          </a:xfrm>
          <a:prstGeom prst="bentConnector3">
            <a:avLst>
              <a:gd name="adj1" fmla="val 50000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0" name="正方形/長方形 439">
            <a:extLst>
              <a:ext uri="{FF2B5EF4-FFF2-40B4-BE49-F238E27FC236}">
                <a16:creationId xmlns:a16="http://schemas.microsoft.com/office/drawing/2014/main" id="{984F0A39-5582-23EC-F90F-6F13966292B3}"/>
              </a:ext>
            </a:extLst>
          </p:cNvPr>
          <p:cNvSpPr/>
          <p:nvPr/>
        </p:nvSpPr>
        <p:spPr>
          <a:xfrm>
            <a:off x="333736" y="3230566"/>
            <a:ext cx="783965" cy="60216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dirty="0">
                <a:solidFill>
                  <a:schemeClr val="bg1"/>
                </a:solidFill>
              </a:rPr>
              <a:t>チケット</a:t>
            </a:r>
            <a:endParaRPr kumimoji="1" lang="en-US" altLang="ja-JP" sz="1050" dirty="0">
              <a:solidFill>
                <a:schemeClr val="bg1"/>
              </a:solidFill>
            </a:endParaRPr>
          </a:p>
          <a:p>
            <a:pPr algn="ctr"/>
            <a:r>
              <a:rPr kumimoji="1" lang="ja-JP" altLang="en-US" sz="1050" dirty="0">
                <a:solidFill>
                  <a:schemeClr val="bg1"/>
                </a:solidFill>
              </a:rPr>
              <a:t>取消</a:t>
            </a:r>
          </a:p>
        </p:txBody>
      </p:sp>
      <p:sp>
        <p:nvSpPr>
          <p:cNvPr id="473" name="正方形/長方形 472">
            <a:extLst>
              <a:ext uri="{FF2B5EF4-FFF2-40B4-BE49-F238E27FC236}">
                <a16:creationId xmlns:a16="http://schemas.microsoft.com/office/drawing/2014/main" id="{F4088782-CC64-C3C3-3F3B-9520C2AD5D6F}"/>
              </a:ext>
            </a:extLst>
          </p:cNvPr>
          <p:cNvSpPr/>
          <p:nvPr/>
        </p:nvSpPr>
        <p:spPr>
          <a:xfrm>
            <a:off x="2610260" y="5980872"/>
            <a:ext cx="1571359" cy="822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050" b="1" dirty="0">
                <a:solidFill>
                  <a:srgbClr val="FF0000"/>
                </a:solidFill>
              </a:rPr>
              <a:t>スタッフ確認</a:t>
            </a:r>
            <a:endParaRPr kumimoji="1" lang="en-US" altLang="ja-JP" sz="1050" b="1" dirty="0">
              <a:solidFill>
                <a:srgbClr val="FF0000"/>
              </a:solidFill>
            </a:endParaRPr>
          </a:p>
          <a:p>
            <a:r>
              <a:rPr lang="ja-JP" altLang="en-US" sz="1050" dirty="0">
                <a:solidFill>
                  <a:schemeClr val="tx1"/>
                </a:solidFill>
              </a:rPr>
              <a:t>電カル予約解除</a:t>
            </a:r>
            <a:endParaRPr lang="en-US" altLang="ja-JP" sz="1050" dirty="0">
              <a:solidFill>
                <a:schemeClr val="tx1"/>
              </a:solidFill>
            </a:endParaRPr>
          </a:p>
          <a:p>
            <a:r>
              <a:rPr lang="ja-JP" altLang="en-US" sz="900" b="1" dirty="0">
                <a:solidFill>
                  <a:srgbClr val="FF0000"/>
                </a:solidFill>
              </a:rPr>
              <a:t>キャンセル確定</a:t>
            </a:r>
            <a:endParaRPr lang="en-US" altLang="ja-JP" sz="900" b="1" dirty="0">
              <a:solidFill>
                <a:srgbClr val="FF0000"/>
              </a:solidFill>
            </a:endParaRPr>
          </a:p>
          <a:p>
            <a:r>
              <a:rPr lang="ja-JP" altLang="en-US" sz="900" b="1" dirty="0">
                <a:solidFill>
                  <a:srgbClr val="FF0000"/>
                </a:solidFill>
              </a:rPr>
              <a:t>　　　　　メール送信</a:t>
            </a:r>
            <a:endParaRPr kumimoji="1" lang="ja-JP" altLang="en-US" sz="1050" dirty="0">
              <a:solidFill>
                <a:schemeClr val="tx1"/>
              </a:solidFill>
            </a:endParaRPr>
          </a:p>
        </p:txBody>
      </p:sp>
      <p:cxnSp>
        <p:nvCxnSpPr>
          <p:cNvPr id="477" name="コネクタ: カギ線 476">
            <a:extLst>
              <a:ext uri="{FF2B5EF4-FFF2-40B4-BE49-F238E27FC236}">
                <a16:creationId xmlns:a16="http://schemas.microsoft.com/office/drawing/2014/main" id="{A1A64004-6F2F-5DD2-99DE-F6D9428BDE60}"/>
              </a:ext>
            </a:extLst>
          </p:cNvPr>
          <p:cNvCxnSpPr>
            <a:cxnSpLocks/>
            <a:stCxn id="473" idx="3"/>
            <a:endCxn id="362" idx="2"/>
          </p:cNvCxnSpPr>
          <p:nvPr/>
        </p:nvCxnSpPr>
        <p:spPr>
          <a:xfrm flipV="1">
            <a:off x="4181619" y="3327337"/>
            <a:ext cx="7359745" cy="3064701"/>
          </a:xfrm>
          <a:prstGeom prst="bentConnector2">
            <a:avLst/>
          </a:prstGeom>
          <a:ln>
            <a:solidFill>
              <a:srgbClr val="00B05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8" name="テキスト ボックス 487">
            <a:extLst>
              <a:ext uri="{FF2B5EF4-FFF2-40B4-BE49-F238E27FC236}">
                <a16:creationId xmlns:a16="http://schemas.microsoft.com/office/drawing/2014/main" id="{252F8A8E-D177-538F-EDE9-791B400D4686}"/>
              </a:ext>
            </a:extLst>
          </p:cNvPr>
          <p:cNvSpPr txBox="1"/>
          <p:nvPr/>
        </p:nvSpPr>
        <p:spPr>
          <a:xfrm>
            <a:off x="1414098" y="1416181"/>
            <a:ext cx="128626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50" dirty="0"/>
              <a:t>希望候補に入らず</a:t>
            </a:r>
          </a:p>
        </p:txBody>
      </p:sp>
      <p:sp>
        <p:nvSpPr>
          <p:cNvPr id="489" name="テキスト ボックス 488">
            <a:extLst>
              <a:ext uri="{FF2B5EF4-FFF2-40B4-BE49-F238E27FC236}">
                <a16:creationId xmlns:a16="http://schemas.microsoft.com/office/drawing/2014/main" id="{470078C9-546E-F54A-8097-70C68966A6F1}"/>
              </a:ext>
            </a:extLst>
          </p:cNvPr>
          <p:cNvSpPr txBox="1"/>
          <p:nvPr/>
        </p:nvSpPr>
        <p:spPr>
          <a:xfrm>
            <a:off x="1290844" y="2611501"/>
            <a:ext cx="13194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50" dirty="0"/>
              <a:t>希望候補に入る</a:t>
            </a:r>
          </a:p>
        </p:txBody>
      </p:sp>
      <p:sp>
        <p:nvSpPr>
          <p:cNvPr id="491" name="正方形/長方形 490">
            <a:extLst>
              <a:ext uri="{FF2B5EF4-FFF2-40B4-BE49-F238E27FC236}">
                <a16:creationId xmlns:a16="http://schemas.microsoft.com/office/drawing/2014/main" id="{42ADDBB6-9F23-BA93-A137-2146A9A51D99}"/>
              </a:ext>
            </a:extLst>
          </p:cNvPr>
          <p:cNvSpPr/>
          <p:nvPr/>
        </p:nvSpPr>
        <p:spPr>
          <a:xfrm>
            <a:off x="8937856" y="231929"/>
            <a:ext cx="786422" cy="60216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dirty="0">
                <a:solidFill>
                  <a:schemeClr val="bg1"/>
                </a:solidFill>
              </a:rPr>
              <a:t>チケット手動終了</a:t>
            </a:r>
          </a:p>
        </p:txBody>
      </p:sp>
      <p:cxnSp>
        <p:nvCxnSpPr>
          <p:cNvPr id="42" name="コネクタ: カギ線 41">
            <a:extLst>
              <a:ext uri="{FF2B5EF4-FFF2-40B4-BE49-F238E27FC236}">
                <a16:creationId xmlns:a16="http://schemas.microsoft.com/office/drawing/2014/main" id="{9C64603E-2202-B570-4B5E-B094E5E96A9D}"/>
              </a:ext>
            </a:extLst>
          </p:cNvPr>
          <p:cNvCxnSpPr>
            <a:cxnSpLocks/>
            <a:stCxn id="43" idx="0"/>
            <a:endCxn id="30" idx="1"/>
          </p:cNvCxnSpPr>
          <p:nvPr/>
        </p:nvCxnSpPr>
        <p:spPr>
          <a:xfrm rot="5400000" flipH="1" flipV="1">
            <a:off x="7163433" y="2113286"/>
            <a:ext cx="421644" cy="103690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楕円 42">
            <a:extLst>
              <a:ext uri="{FF2B5EF4-FFF2-40B4-BE49-F238E27FC236}">
                <a16:creationId xmlns:a16="http://schemas.microsoft.com/office/drawing/2014/main" id="{7A601628-5406-306B-F084-91690375F900}"/>
              </a:ext>
            </a:extLst>
          </p:cNvPr>
          <p:cNvSpPr/>
          <p:nvPr/>
        </p:nvSpPr>
        <p:spPr>
          <a:xfrm>
            <a:off x="6832945" y="2842558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6" name="テキスト ボックス 455">
            <a:extLst>
              <a:ext uri="{FF2B5EF4-FFF2-40B4-BE49-F238E27FC236}">
                <a16:creationId xmlns:a16="http://schemas.microsoft.com/office/drawing/2014/main" id="{08A2FD93-E27F-3D42-EDF7-7E819370B84F}"/>
              </a:ext>
            </a:extLst>
          </p:cNvPr>
          <p:cNvSpPr txBox="1"/>
          <p:nvPr/>
        </p:nvSpPr>
        <p:spPr>
          <a:xfrm>
            <a:off x="6508040" y="2164780"/>
            <a:ext cx="14750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900" dirty="0"/>
              <a:t>Timeout Window(T</a:t>
            </a:r>
            <a:r>
              <a:rPr kumimoji="1" lang="ja-JP" altLang="en-US" sz="900" dirty="0"/>
              <a:t>時間</a:t>
            </a:r>
            <a:r>
              <a:rPr kumimoji="1" lang="en-US" altLang="ja-JP" sz="900" dirty="0"/>
              <a:t>)</a:t>
            </a:r>
            <a:endParaRPr kumimoji="1" lang="ja-JP" altLang="en-US" sz="900" dirty="0"/>
          </a:p>
        </p:txBody>
      </p:sp>
      <p:sp>
        <p:nvSpPr>
          <p:cNvPr id="353" name="正方形/長方形 352">
            <a:extLst>
              <a:ext uri="{FF2B5EF4-FFF2-40B4-BE49-F238E27FC236}">
                <a16:creationId xmlns:a16="http://schemas.microsoft.com/office/drawing/2014/main" id="{B7817044-F1E8-174A-0D19-AE5DA99D902A}"/>
              </a:ext>
            </a:extLst>
          </p:cNvPr>
          <p:cNvSpPr/>
          <p:nvPr/>
        </p:nvSpPr>
        <p:spPr>
          <a:xfrm>
            <a:off x="10140671" y="1628235"/>
            <a:ext cx="92688" cy="115348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4" name="四角形: 角を丸くする 413">
            <a:extLst>
              <a:ext uri="{FF2B5EF4-FFF2-40B4-BE49-F238E27FC236}">
                <a16:creationId xmlns:a16="http://schemas.microsoft.com/office/drawing/2014/main" id="{6871ED96-9CBA-15E8-9C29-9166B19A1629}"/>
              </a:ext>
            </a:extLst>
          </p:cNvPr>
          <p:cNvSpPr/>
          <p:nvPr/>
        </p:nvSpPr>
        <p:spPr>
          <a:xfrm>
            <a:off x="10440052" y="1500344"/>
            <a:ext cx="633441" cy="330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/>
              <a:t>診察</a:t>
            </a:r>
          </a:p>
        </p:txBody>
      </p:sp>
      <p:cxnSp>
        <p:nvCxnSpPr>
          <p:cNvPr id="471" name="直線コネクタ 470">
            <a:extLst>
              <a:ext uri="{FF2B5EF4-FFF2-40B4-BE49-F238E27FC236}">
                <a16:creationId xmlns:a16="http://schemas.microsoft.com/office/drawing/2014/main" id="{1A9FFB8F-B1EE-9D64-F047-3579975C8723}"/>
              </a:ext>
            </a:extLst>
          </p:cNvPr>
          <p:cNvCxnSpPr/>
          <p:nvPr/>
        </p:nvCxnSpPr>
        <p:spPr>
          <a:xfrm>
            <a:off x="7892705" y="1971003"/>
            <a:ext cx="0" cy="1670638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60A7E9E6-92E4-57F8-8EDB-F04154C1C9A0}"/>
              </a:ext>
            </a:extLst>
          </p:cNvPr>
          <p:cNvSpPr/>
          <p:nvPr/>
        </p:nvSpPr>
        <p:spPr>
          <a:xfrm>
            <a:off x="7892705" y="2363240"/>
            <a:ext cx="92688" cy="11534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74" name="直線矢印コネクタ 473">
            <a:extLst>
              <a:ext uri="{FF2B5EF4-FFF2-40B4-BE49-F238E27FC236}">
                <a16:creationId xmlns:a16="http://schemas.microsoft.com/office/drawing/2014/main" id="{607A50E5-B995-6EA6-A510-E0325E0B69E7}"/>
              </a:ext>
            </a:extLst>
          </p:cNvPr>
          <p:cNvCxnSpPr>
            <a:cxnSpLocks/>
          </p:cNvCxnSpPr>
          <p:nvPr/>
        </p:nvCxnSpPr>
        <p:spPr>
          <a:xfrm>
            <a:off x="10919342" y="5273361"/>
            <a:ext cx="556312" cy="0"/>
          </a:xfrm>
          <a:prstGeom prst="straightConnector1">
            <a:avLst/>
          </a:prstGeom>
          <a:ln>
            <a:solidFill>
              <a:srgbClr val="00B05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直線矢印コネクタ 475">
            <a:extLst>
              <a:ext uri="{FF2B5EF4-FFF2-40B4-BE49-F238E27FC236}">
                <a16:creationId xmlns:a16="http://schemas.microsoft.com/office/drawing/2014/main" id="{FBFD4A3E-5268-4F0B-DD82-269B7ACB43B2}"/>
              </a:ext>
            </a:extLst>
          </p:cNvPr>
          <p:cNvCxnSpPr>
            <a:cxnSpLocks/>
          </p:cNvCxnSpPr>
          <p:nvPr/>
        </p:nvCxnSpPr>
        <p:spPr>
          <a:xfrm flipV="1">
            <a:off x="11541363" y="5410082"/>
            <a:ext cx="0" cy="499733"/>
          </a:xfrm>
          <a:prstGeom prst="straightConnector1">
            <a:avLst/>
          </a:prstGeom>
          <a:ln>
            <a:solidFill>
              <a:srgbClr val="00B05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" name="直線矢印コネクタ 478">
            <a:extLst>
              <a:ext uri="{FF2B5EF4-FFF2-40B4-BE49-F238E27FC236}">
                <a16:creationId xmlns:a16="http://schemas.microsoft.com/office/drawing/2014/main" id="{FB07D3C2-DEEF-0A37-1868-8A198F381574}"/>
              </a:ext>
            </a:extLst>
          </p:cNvPr>
          <p:cNvCxnSpPr>
            <a:cxnSpLocks/>
          </p:cNvCxnSpPr>
          <p:nvPr/>
        </p:nvCxnSpPr>
        <p:spPr>
          <a:xfrm flipV="1">
            <a:off x="11545359" y="4609820"/>
            <a:ext cx="0" cy="499733"/>
          </a:xfrm>
          <a:prstGeom prst="straightConnector1">
            <a:avLst/>
          </a:prstGeom>
          <a:ln>
            <a:solidFill>
              <a:srgbClr val="00B05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コネクタ: カギ線 460">
            <a:extLst>
              <a:ext uri="{FF2B5EF4-FFF2-40B4-BE49-F238E27FC236}">
                <a16:creationId xmlns:a16="http://schemas.microsoft.com/office/drawing/2014/main" id="{AB90DDCF-9ACB-1451-F8C2-0907E610D547}"/>
              </a:ext>
            </a:extLst>
          </p:cNvPr>
          <p:cNvCxnSpPr>
            <a:cxnSpLocks/>
            <a:stCxn id="440" idx="3"/>
            <a:endCxn id="473" idx="1"/>
          </p:cNvCxnSpPr>
          <p:nvPr/>
        </p:nvCxnSpPr>
        <p:spPr>
          <a:xfrm>
            <a:off x="1117701" y="3531649"/>
            <a:ext cx="1492559" cy="2860389"/>
          </a:xfrm>
          <a:prstGeom prst="bentConnector3">
            <a:avLst>
              <a:gd name="adj1" fmla="val 50000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コネクタ: カギ線 447">
            <a:extLst>
              <a:ext uri="{FF2B5EF4-FFF2-40B4-BE49-F238E27FC236}">
                <a16:creationId xmlns:a16="http://schemas.microsoft.com/office/drawing/2014/main" id="{5D025580-F994-605A-39BE-306B83CCC2C4}"/>
              </a:ext>
            </a:extLst>
          </p:cNvPr>
          <p:cNvCxnSpPr>
            <a:cxnSpLocks/>
            <a:stCxn id="6" idx="3"/>
            <a:endCxn id="35" idx="1"/>
          </p:cNvCxnSpPr>
          <p:nvPr/>
        </p:nvCxnSpPr>
        <p:spPr>
          <a:xfrm>
            <a:off x="1126820" y="2160094"/>
            <a:ext cx="3819600" cy="700554"/>
          </a:xfrm>
          <a:prstGeom prst="bentConnector3">
            <a:avLst>
              <a:gd name="adj1" fmla="val 9218"/>
            </a:avLst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44" name="コネクタ: カギ線 443">
            <a:extLst>
              <a:ext uri="{FF2B5EF4-FFF2-40B4-BE49-F238E27FC236}">
                <a16:creationId xmlns:a16="http://schemas.microsoft.com/office/drawing/2014/main" id="{2B34AE38-49D8-C6D0-B371-C98BD6566C7C}"/>
              </a:ext>
            </a:extLst>
          </p:cNvPr>
          <p:cNvCxnSpPr>
            <a:cxnSpLocks/>
            <a:stCxn id="6" idx="3"/>
            <a:endCxn id="34" idx="1"/>
          </p:cNvCxnSpPr>
          <p:nvPr/>
        </p:nvCxnSpPr>
        <p:spPr>
          <a:xfrm flipV="1">
            <a:off x="1126820" y="1669920"/>
            <a:ext cx="3830688" cy="490174"/>
          </a:xfrm>
          <a:prstGeom prst="bentConnector3">
            <a:avLst>
              <a:gd name="adj1" fmla="val 8737"/>
            </a:avLst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86" name="テキスト ボックス 485">
            <a:extLst>
              <a:ext uri="{FF2B5EF4-FFF2-40B4-BE49-F238E27FC236}">
                <a16:creationId xmlns:a16="http://schemas.microsoft.com/office/drawing/2014/main" id="{27A4DD73-C32C-6E54-8F47-28A4A81F36D1}"/>
              </a:ext>
            </a:extLst>
          </p:cNvPr>
          <p:cNvSpPr txBox="1"/>
          <p:nvPr/>
        </p:nvSpPr>
        <p:spPr>
          <a:xfrm>
            <a:off x="1652514" y="2842558"/>
            <a:ext cx="126319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100" dirty="0">
                <a:solidFill>
                  <a:srgbClr val="FF0000"/>
                </a:solidFill>
              </a:rPr>
              <a:t>メール</a:t>
            </a:r>
            <a:r>
              <a:rPr kumimoji="1" lang="ja-JP" altLang="en-US" sz="1100" dirty="0">
                <a:solidFill>
                  <a:srgbClr val="FF0000"/>
                </a:solidFill>
              </a:rPr>
              <a:t>で対応</a:t>
            </a:r>
          </a:p>
        </p:txBody>
      </p:sp>
      <p:sp>
        <p:nvSpPr>
          <p:cNvPr id="487" name="テキスト ボックス 486">
            <a:extLst>
              <a:ext uri="{FF2B5EF4-FFF2-40B4-BE49-F238E27FC236}">
                <a16:creationId xmlns:a16="http://schemas.microsoft.com/office/drawing/2014/main" id="{DD30A906-B0D9-E720-82D3-B664014E9137}"/>
              </a:ext>
            </a:extLst>
          </p:cNvPr>
          <p:cNvSpPr txBox="1"/>
          <p:nvPr/>
        </p:nvSpPr>
        <p:spPr>
          <a:xfrm>
            <a:off x="1739311" y="1661146"/>
            <a:ext cx="126319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100" dirty="0">
                <a:solidFill>
                  <a:srgbClr val="FF0000"/>
                </a:solidFill>
              </a:rPr>
              <a:t>電話</a:t>
            </a:r>
            <a:r>
              <a:rPr kumimoji="1" lang="ja-JP" altLang="en-US" sz="1100" dirty="0">
                <a:solidFill>
                  <a:srgbClr val="FF0000"/>
                </a:solidFill>
              </a:rPr>
              <a:t>で対応</a:t>
            </a:r>
          </a:p>
        </p:txBody>
      </p:sp>
      <p:sp>
        <p:nvSpPr>
          <p:cNvPr id="494" name="正方形/長方形 493">
            <a:extLst>
              <a:ext uri="{FF2B5EF4-FFF2-40B4-BE49-F238E27FC236}">
                <a16:creationId xmlns:a16="http://schemas.microsoft.com/office/drawing/2014/main" id="{FAC1E45B-300D-02DF-E66C-D4D0F17CC0A1}"/>
              </a:ext>
            </a:extLst>
          </p:cNvPr>
          <p:cNvSpPr/>
          <p:nvPr/>
        </p:nvSpPr>
        <p:spPr>
          <a:xfrm>
            <a:off x="1303698" y="2023704"/>
            <a:ext cx="291689" cy="2393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dirty="0">
                <a:solidFill>
                  <a:schemeClr val="bg1"/>
                </a:solidFill>
              </a:rPr>
              <a:t>？</a:t>
            </a:r>
          </a:p>
        </p:txBody>
      </p:sp>
      <p:sp>
        <p:nvSpPr>
          <p:cNvPr id="503" name="テキスト ボックス 502">
            <a:extLst>
              <a:ext uri="{FF2B5EF4-FFF2-40B4-BE49-F238E27FC236}">
                <a16:creationId xmlns:a16="http://schemas.microsoft.com/office/drawing/2014/main" id="{CDE1F2A3-A9E3-0462-ABBF-3E4FA0A57D43}"/>
              </a:ext>
            </a:extLst>
          </p:cNvPr>
          <p:cNvSpPr txBox="1"/>
          <p:nvPr/>
        </p:nvSpPr>
        <p:spPr>
          <a:xfrm>
            <a:off x="7309441" y="4598232"/>
            <a:ext cx="895585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 dirty="0"/>
              <a:t>既読後の</a:t>
            </a:r>
            <a:endParaRPr lang="en-US" altLang="ja-JP" sz="800" dirty="0"/>
          </a:p>
          <a:p>
            <a:pPr algn="ctr"/>
            <a:r>
              <a:rPr lang="ja-JP" altLang="en-US" sz="800" dirty="0">
                <a:solidFill>
                  <a:srgbClr val="FF0000"/>
                </a:solidFill>
              </a:rPr>
              <a:t>スタッフによる</a:t>
            </a:r>
            <a:r>
              <a:rPr lang="ja-JP" altLang="en-US" sz="800" dirty="0"/>
              <a:t>キャンセル</a:t>
            </a:r>
            <a:endParaRPr kumimoji="1" lang="ja-JP" altLang="en-US" sz="800" dirty="0"/>
          </a:p>
        </p:txBody>
      </p:sp>
      <p:sp>
        <p:nvSpPr>
          <p:cNvPr id="504" name="テキスト ボックス 503">
            <a:extLst>
              <a:ext uri="{FF2B5EF4-FFF2-40B4-BE49-F238E27FC236}">
                <a16:creationId xmlns:a16="http://schemas.microsoft.com/office/drawing/2014/main" id="{900557A8-9DAC-25DC-1F20-D721C09606D4}"/>
              </a:ext>
            </a:extLst>
          </p:cNvPr>
          <p:cNvSpPr txBox="1"/>
          <p:nvPr/>
        </p:nvSpPr>
        <p:spPr>
          <a:xfrm>
            <a:off x="6179634" y="3330105"/>
            <a:ext cx="849433" cy="4154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700" dirty="0"/>
              <a:t>既読前の</a:t>
            </a:r>
            <a:endParaRPr lang="en-US" altLang="ja-JP" sz="700" dirty="0"/>
          </a:p>
          <a:p>
            <a:pPr algn="ctr"/>
            <a:r>
              <a:rPr lang="ja-JP" altLang="en-US" sz="700" dirty="0">
                <a:solidFill>
                  <a:srgbClr val="FF0000"/>
                </a:solidFill>
              </a:rPr>
              <a:t>スタッフによる</a:t>
            </a:r>
            <a:endParaRPr lang="en-US" altLang="ja-JP" sz="700" dirty="0">
              <a:solidFill>
                <a:srgbClr val="FF0000"/>
              </a:solidFill>
            </a:endParaRPr>
          </a:p>
          <a:p>
            <a:pPr algn="ctr"/>
            <a:r>
              <a:rPr lang="ja-JP" altLang="en-US" sz="700" dirty="0"/>
              <a:t>キャンセル</a:t>
            </a:r>
            <a:endParaRPr kumimoji="1" lang="ja-JP" altLang="en-US" sz="700" dirty="0"/>
          </a:p>
        </p:txBody>
      </p:sp>
      <p:sp>
        <p:nvSpPr>
          <p:cNvPr id="506" name="テキスト ボックス 505">
            <a:extLst>
              <a:ext uri="{FF2B5EF4-FFF2-40B4-BE49-F238E27FC236}">
                <a16:creationId xmlns:a16="http://schemas.microsoft.com/office/drawing/2014/main" id="{D481E651-4B88-B423-5A5C-B18348507C46}"/>
              </a:ext>
            </a:extLst>
          </p:cNvPr>
          <p:cNvSpPr txBox="1"/>
          <p:nvPr/>
        </p:nvSpPr>
        <p:spPr>
          <a:xfrm>
            <a:off x="8813695" y="3011324"/>
            <a:ext cx="1009913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700" dirty="0"/>
              <a:t>申込者による</a:t>
            </a:r>
            <a:endParaRPr lang="en-US" altLang="ja-JP" sz="700" dirty="0"/>
          </a:p>
          <a:p>
            <a:pPr algn="ctr"/>
            <a:r>
              <a:rPr lang="ja-JP" altLang="en-US" sz="700" dirty="0"/>
              <a:t>自己都合キャンセル</a:t>
            </a:r>
            <a:endParaRPr lang="en-US" altLang="ja-JP" sz="700" dirty="0"/>
          </a:p>
        </p:txBody>
      </p:sp>
      <p:sp>
        <p:nvSpPr>
          <p:cNvPr id="507" name="テキスト ボックス 506">
            <a:extLst>
              <a:ext uri="{FF2B5EF4-FFF2-40B4-BE49-F238E27FC236}">
                <a16:creationId xmlns:a16="http://schemas.microsoft.com/office/drawing/2014/main" id="{99E5EE1C-BCBE-2F44-0D24-D82AA3D7D19B}"/>
              </a:ext>
            </a:extLst>
          </p:cNvPr>
          <p:cNvSpPr txBox="1"/>
          <p:nvPr/>
        </p:nvSpPr>
        <p:spPr>
          <a:xfrm>
            <a:off x="6368339" y="282218"/>
            <a:ext cx="773959" cy="3958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72000" rtlCol="0">
            <a:spAutoFit/>
          </a:bodyPr>
          <a:lstStyle/>
          <a:p>
            <a:pPr algn="ctr"/>
            <a:r>
              <a:rPr lang="ja-JP" altLang="en-US" sz="700" dirty="0"/>
              <a:t>スタッフによるキャンセル（既読状況に依存なし）</a:t>
            </a:r>
            <a:endParaRPr kumimoji="1" lang="ja-JP" altLang="en-US" sz="700" dirty="0"/>
          </a:p>
        </p:txBody>
      </p:sp>
      <p:sp>
        <p:nvSpPr>
          <p:cNvPr id="508" name="テキスト ボックス 507">
            <a:extLst>
              <a:ext uri="{FF2B5EF4-FFF2-40B4-BE49-F238E27FC236}">
                <a16:creationId xmlns:a16="http://schemas.microsoft.com/office/drawing/2014/main" id="{1157E178-20CE-D6C8-40B6-C1F0BEB9CF52}"/>
              </a:ext>
            </a:extLst>
          </p:cNvPr>
          <p:cNvSpPr txBox="1"/>
          <p:nvPr/>
        </p:nvSpPr>
        <p:spPr>
          <a:xfrm>
            <a:off x="3256634" y="893899"/>
            <a:ext cx="1082577" cy="2000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700" dirty="0"/>
              <a:t>予約枠確保のやり直し</a:t>
            </a:r>
            <a:endParaRPr kumimoji="1" lang="en-US" altLang="ja-JP" sz="700" dirty="0"/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DA8701E2-F013-69B5-59DF-8766CEFAC625}"/>
              </a:ext>
            </a:extLst>
          </p:cNvPr>
          <p:cNvSpPr txBox="1"/>
          <p:nvPr/>
        </p:nvSpPr>
        <p:spPr>
          <a:xfrm>
            <a:off x="7069856" y="3196796"/>
            <a:ext cx="492307" cy="5287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 lIns="0" tIns="36000" rIns="0" bIns="0" rtlCol="0">
            <a:spAutoFit/>
          </a:bodyPr>
          <a:lstStyle/>
          <a:p>
            <a:pPr algn="ctr"/>
            <a:r>
              <a:rPr kumimoji="1" lang="en-US" altLang="ja-JP" sz="800" dirty="0">
                <a:highlight>
                  <a:srgbClr val="00FFFF"/>
                </a:highlight>
              </a:rPr>
              <a:t>URL</a:t>
            </a:r>
            <a:r>
              <a:rPr kumimoji="1" lang="ja-JP" altLang="en-US" sz="800" dirty="0">
                <a:highlight>
                  <a:srgbClr val="00FFFF"/>
                </a:highlight>
              </a:rPr>
              <a:t>先に</a:t>
            </a:r>
            <a:endParaRPr kumimoji="1" lang="en-US" altLang="ja-JP" sz="800" dirty="0">
              <a:highlight>
                <a:srgbClr val="00FFFF"/>
              </a:highlight>
            </a:endParaRPr>
          </a:p>
          <a:p>
            <a:pPr algn="ctr"/>
            <a:r>
              <a:rPr kumimoji="1" lang="en-US" altLang="ja-JP" sz="800" dirty="0">
                <a:highlight>
                  <a:srgbClr val="00FFFF"/>
                </a:highlight>
              </a:rPr>
              <a:t>Cancel</a:t>
            </a:r>
            <a:r>
              <a:rPr kumimoji="1" lang="ja-JP" altLang="en-US" sz="800" dirty="0">
                <a:highlight>
                  <a:srgbClr val="00FFFF"/>
                </a:highlight>
              </a:rPr>
              <a:t>ボタンあり</a:t>
            </a:r>
            <a:endParaRPr kumimoji="1" lang="en-US" altLang="ja-JP" sz="800" dirty="0">
              <a:highlight>
                <a:srgbClr val="00FFFF"/>
              </a:highlight>
            </a:endParaRPr>
          </a:p>
          <a:p>
            <a:pPr algn="ctr"/>
            <a:r>
              <a:rPr kumimoji="1" lang="ja-JP" altLang="en-US" sz="800" dirty="0"/>
              <a:t>に変更</a:t>
            </a:r>
            <a:endParaRPr kumimoji="1" lang="en-US" altLang="ja-JP" sz="800" dirty="0"/>
          </a:p>
        </p:txBody>
      </p:sp>
      <p:cxnSp>
        <p:nvCxnSpPr>
          <p:cNvPr id="66" name="直線矢印コネクタ 65">
            <a:extLst>
              <a:ext uri="{FF2B5EF4-FFF2-40B4-BE49-F238E27FC236}">
                <a16:creationId xmlns:a16="http://schemas.microsoft.com/office/drawing/2014/main" id="{0D85A52C-1DF5-DC3B-9948-87E5122373E8}"/>
              </a:ext>
            </a:extLst>
          </p:cNvPr>
          <p:cNvCxnSpPr>
            <a:cxnSpLocks/>
            <a:stCxn id="94" idx="2"/>
            <a:endCxn id="64" idx="0"/>
          </p:cNvCxnSpPr>
          <p:nvPr/>
        </p:nvCxnSpPr>
        <p:spPr>
          <a:xfrm>
            <a:off x="7312043" y="3085963"/>
            <a:ext cx="3967" cy="1108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A1244048-B6C9-A623-FC45-49530081C490}"/>
              </a:ext>
            </a:extLst>
          </p:cNvPr>
          <p:cNvSpPr txBox="1"/>
          <p:nvPr/>
        </p:nvSpPr>
        <p:spPr>
          <a:xfrm>
            <a:off x="11006172" y="179586"/>
            <a:ext cx="7070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400" dirty="0">
                <a:solidFill>
                  <a:schemeClr val="tx1"/>
                </a:solidFill>
              </a:rPr>
              <a:t>診察</a:t>
            </a:r>
            <a:endParaRPr lang="en-US" altLang="ja-JP" sz="1400" dirty="0">
              <a:solidFill>
                <a:schemeClr val="tx1"/>
              </a:solidFill>
            </a:endParaRPr>
          </a:p>
          <a:p>
            <a:pPr algn="ctr"/>
            <a:r>
              <a:rPr lang="ja-JP" altLang="en-US" sz="1400" dirty="0"/>
              <a:t>翌日</a:t>
            </a:r>
            <a:endParaRPr lang="en-US" altLang="ja-JP" sz="1400" dirty="0">
              <a:solidFill>
                <a:schemeClr val="tx1"/>
              </a:solidFill>
            </a:endParaRPr>
          </a:p>
        </p:txBody>
      </p: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4D57FB1A-55F0-41E0-2DDF-1454C7CC13DF}"/>
              </a:ext>
            </a:extLst>
          </p:cNvPr>
          <p:cNvSpPr txBox="1"/>
          <p:nvPr/>
        </p:nvSpPr>
        <p:spPr>
          <a:xfrm>
            <a:off x="5160709" y="1947542"/>
            <a:ext cx="718244" cy="15946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36000" rIns="36000" bIns="0" rtlCol="0">
            <a:spAutoFit/>
          </a:bodyPr>
          <a:lstStyle/>
          <a:p>
            <a:pPr algn="ctr"/>
            <a:r>
              <a:rPr kumimoji="1" lang="ja-JP" altLang="en-US" sz="800" dirty="0"/>
              <a:t>メール送信</a:t>
            </a:r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61D00953-9D80-BEAD-C299-AFEA7DF2A204}"/>
              </a:ext>
            </a:extLst>
          </p:cNvPr>
          <p:cNvSpPr txBox="1"/>
          <p:nvPr/>
        </p:nvSpPr>
        <p:spPr>
          <a:xfrm>
            <a:off x="39639" y="99855"/>
            <a:ext cx="718244" cy="15946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36000" rIns="36000" bIns="0" rtlCol="0">
            <a:spAutoFit/>
          </a:bodyPr>
          <a:lstStyle/>
          <a:p>
            <a:pPr algn="ctr"/>
            <a:r>
              <a:rPr kumimoji="1" lang="ja-JP" altLang="en-US" sz="800" dirty="0"/>
              <a:t>担当設定</a:t>
            </a:r>
          </a:p>
        </p:txBody>
      </p: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E42064F0-797A-5C3D-79CA-8ED16BE07E98}"/>
              </a:ext>
            </a:extLst>
          </p:cNvPr>
          <p:cNvSpPr txBox="1"/>
          <p:nvPr/>
        </p:nvSpPr>
        <p:spPr>
          <a:xfrm>
            <a:off x="5182758" y="3125998"/>
            <a:ext cx="718244" cy="15946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36000" rIns="36000" bIns="0" rtlCol="0">
            <a:spAutoFit/>
          </a:bodyPr>
          <a:lstStyle/>
          <a:p>
            <a:pPr algn="ctr"/>
            <a:r>
              <a:rPr kumimoji="1" lang="ja-JP" altLang="en-US" sz="800" dirty="0"/>
              <a:t>メール送信</a:t>
            </a:r>
          </a:p>
        </p:txBody>
      </p: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33A4D46D-4999-22EC-B2DF-A2EEB5CF2CBB}"/>
              </a:ext>
            </a:extLst>
          </p:cNvPr>
          <p:cNvSpPr txBox="1"/>
          <p:nvPr/>
        </p:nvSpPr>
        <p:spPr>
          <a:xfrm>
            <a:off x="6954103" y="1864242"/>
            <a:ext cx="718244" cy="15946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36000" rIns="36000" bIns="0" rtlCol="0">
            <a:spAutoFit/>
          </a:bodyPr>
          <a:lstStyle/>
          <a:p>
            <a:pPr algn="ctr"/>
            <a:r>
              <a:rPr kumimoji="1" lang="ja-JP" altLang="en-US" sz="800" dirty="0"/>
              <a:t>メール既読</a:t>
            </a:r>
          </a:p>
        </p:txBody>
      </p: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26821D28-7CE9-29B7-2A86-5BF77F50A401}"/>
              </a:ext>
            </a:extLst>
          </p:cNvPr>
          <p:cNvSpPr txBox="1"/>
          <p:nvPr/>
        </p:nvSpPr>
        <p:spPr>
          <a:xfrm>
            <a:off x="6845837" y="2957419"/>
            <a:ext cx="718244" cy="15946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36000" rIns="36000" bIns="0" rtlCol="0">
            <a:spAutoFit/>
          </a:bodyPr>
          <a:lstStyle/>
          <a:p>
            <a:pPr algn="ctr"/>
            <a:r>
              <a:rPr kumimoji="1" lang="ja-JP" altLang="en-US" sz="800" dirty="0"/>
              <a:t>メール既読</a:t>
            </a:r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8B640C38-BBDE-60B7-6624-55A822F2E4C2}"/>
              </a:ext>
            </a:extLst>
          </p:cNvPr>
          <p:cNvSpPr txBox="1"/>
          <p:nvPr/>
        </p:nvSpPr>
        <p:spPr>
          <a:xfrm>
            <a:off x="4354905" y="257057"/>
            <a:ext cx="718244" cy="15946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36000" rIns="36000" bIns="0" rtlCol="0">
            <a:spAutoFit/>
          </a:bodyPr>
          <a:lstStyle/>
          <a:p>
            <a:pPr algn="ctr"/>
            <a:r>
              <a:rPr kumimoji="1" lang="ja-JP" altLang="en-US" sz="800" dirty="0"/>
              <a:t>スタッフ取下</a:t>
            </a:r>
          </a:p>
        </p:txBody>
      </p: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A6719288-4C31-F8F6-DB71-39FE7E5D12FC}"/>
              </a:ext>
            </a:extLst>
          </p:cNvPr>
          <p:cNvSpPr txBox="1"/>
          <p:nvPr/>
        </p:nvSpPr>
        <p:spPr>
          <a:xfrm>
            <a:off x="8807535" y="4389141"/>
            <a:ext cx="817327" cy="15946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36000" rIns="36000" bIns="0" rtlCol="0">
            <a:spAutoFit/>
          </a:bodyPr>
          <a:lstStyle/>
          <a:p>
            <a:pPr algn="ctr"/>
            <a:r>
              <a:rPr kumimoji="1" lang="en-US" altLang="ja-JP" sz="800" dirty="0"/>
              <a:t>URL</a:t>
            </a:r>
            <a:r>
              <a:rPr kumimoji="1" lang="ja-JP" altLang="en-US" sz="800" dirty="0"/>
              <a:t>取下</a:t>
            </a:r>
          </a:p>
        </p:txBody>
      </p:sp>
      <p:sp>
        <p:nvSpPr>
          <p:cNvPr id="87" name="テキスト ボックス 86">
            <a:extLst>
              <a:ext uri="{FF2B5EF4-FFF2-40B4-BE49-F238E27FC236}">
                <a16:creationId xmlns:a16="http://schemas.microsoft.com/office/drawing/2014/main" id="{71DE2AFD-F6E2-C13E-9252-D9FF5F8143DA}"/>
              </a:ext>
            </a:extLst>
          </p:cNvPr>
          <p:cNvSpPr txBox="1"/>
          <p:nvPr/>
        </p:nvSpPr>
        <p:spPr>
          <a:xfrm>
            <a:off x="11223517" y="3269537"/>
            <a:ext cx="718244" cy="15946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36000" rIns="36000" bIns="0" rtlCol="0">
            <a:spAutoFit/>
          </a:bodyPr>
          <a:lstStyle/>
          <a:p>
            <a:pPr algn="ctr"/>
            <a:r>
              <a:rPr kumimoji="1" lang="ja-JP" altLang="en-US" sz="800" dirty="0"/>
              <a:t>自動終了</a:t>
            </a:r>
          </a:p>
        </p:txBody>
      </p:sp>
      <p:sp>
        <p:nvSpPr>
          <p:cNvPr id="88" name="テキスト ボックス 87">
            <a:extLst>
              <a:ext uri="{FF2B5EF4-FFF2-40B4-BE49-F238E27FC236}">
                <a16:creationId xmlns:a16="http://schemas.microsoft.com/office/drawing/2014/main" id="{8D02BEB8-9ACC-F6F4-86C4-22166D3A44E4}"/>
              </a:ext>
            </a:extLst>
          </p:cNvPr>
          <p:cNvSpPr txBox="1"/>
          <p:nvPr/>
        </p:nvSpPr>
        <p:spPr>
          <a:xfrm>
            <a:off x="9060027" y="738857"/>
            <a:ext cx="718244" cy="15946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36000" rIns="36000" bIns="0" rtlCol="0">
            <a:spAutoFit/>
          </a:bodyPr>
          <a:lstStyle/>
          <a:p>
            <a:pPr algn="ctr"/>
            <a:r>
              <a:rPr lang="ja-JP" altLang="en-US" sz="800" dirty="0"/>
              <a:t>手動</a:t>
            </a:r>
            <a:r>
              <a:rPr kumimoji="1" lang="ja-JP" altLang="en-US" sz="800" dirty="0"/>
              <a:t>終了</a:t>
            </a:r>
          </a:p>
        </p:txBody>
      </p:sp>
      <p:sp>
        <p:nvSpPr>
          <p:cNvPr id="89" name="テキスト ボックス 88">
            <a:extLst>
              <a:ext uri="{FF2B5EF4-FFF2-40B4-BE49-F238E27FC236}">
                <a16:creationId xmlns:a16="http://schemas.microsoft.com/office/drawing/2014/main" id="{4DE7670A-0D35-56F8-289D-0C727F47CDA5}"/>
              </a:ext>
            </a:extLst>
          </p:cNvPr>
          <p:cNvSpPr txBox="1"/>
          <p:nvPr/>
        </p:nvSpPr>
        <p:spPr>
          <a:xfrm>
            <a:off x="4968818" y="4129339"/>
            <a:ext cx="718244" cy="15946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36000" rIns="36000" bIns="0" rtlCol="0">
            <a:spAutoFit/>
          </a:bodyPr>
          <a:lstStyle/>
          <a:p>
            <a:pPr algn="ctr"/>
            <a:r>
              <a:rPr kumimoji="1" lang="ja-JP" altLang="en-US" sz="800" dirty="0"/>
              <a:t>スタッフ取下</a:t>
            </a:r>
          </a:p>
        </p:txBody>
      </p: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C75C730D-0C56-6FDE-8BA0-A826DC024934}"/>
              </a:ext>
            </a:extLst>
          </p:cNvPr>
          <p:cNvSpPr txBox="1"/>
          <p:nvPr/>
        </p:nvSpPr>
        <p:spPr>
          <a:xfrm>
            <a:off x="48295" y="306481"/>
            <a:ext cx="718244" cy="159462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36000" rIns="36000" bIns="0" rtlCol="0">
            <a:spAutoFit/>
          </a:bodyPr>
          <a:lstStyle/>
          <a:p>
            <a:pPr algn="ctr"/>
            <a:r>
              <a:rPr lang="ja-JP" altLang="en-US" sz="800" dirty="0"/>
              <a:t>スタッフ</a:t>
            </a:r>
            <a:r>
              <a:rPr kumimoji="1" lang="ja-JP" altLang="en-US" sz="800" dirty="0"/>
              <a:t>対応</a:t>
            </a:r>
          </a:p>
        </p:txBody>
      </p:sp>
      <p:sp>
        <p:nvSpPr>
          <p:cNvPr id="95" name="テキスト ボックス 94">
            <a:extLst>
              <a:ext uri="{FF2B5EF4-FFF2-40B4-BE49-F238E27FC236}">
                <a16:creationId xmlns:a16="http://schemas.microsoft.com/office/drawing/2014/main" id="{7E01097C-C804-FD69-3AAE-66FFA9339355}"/>
              </a:ext>
            </a:extLst>
          </p:cNvPr>
          <p:cNvSpPr txBox="1"/>
          <p:nvPr/>
        </p:nvSpPr>
        <p:spPr>
          <a:xfrm>
            <a:off x="4045102" y="1471520"/>
            <a:ext cx="718244" cy="159462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36000" rIns="36000" bIns="0" rtlCol="0">
            <a:spAutoFit/>
          </a:bodyPr>
          <a:lstStyle/>
          <a:p>
            <a:pPr algn="ctr"/>
            <a:r>
              <a:rPr kumimoji="1" lang="ja-JP" altLang="en-US" sz="800" dirty="0"/>
              <a:t>電話対応</a:t>
            </a:r>
          </a:p>
        </p:txBody>
      </p:sp>
      <p:sp>
        <p:nvSpPr>
          <p:cNvPr id="104" name="正方形/長方形 103">
            <a:extLst>
              <a:ext uri="{FF2B5EF4-FFF2-40B4-BE49-F238E27FC236}">
                <a16:creationId xmlns:a16="http://schemas.microsoft.com/office/drawing/2014/main" id="{2A10B7B1-3CCD-E2DE-D217-EC4F547CB78C}"/>
              </a:ext>
            </a:extLst>
          </p:cNvPr>
          <p:cNvSpPr/>
          <p:nvPr/>
        </p:nvSpPr>
        <p:spPr>
          <a:xfrm>
            <a:off x="3826829" y="2777412"/>
            <a:ext cx="165017" cy="1562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" name="テキスト ボックス 108">
            <a:extLst>
              <a:ext uri="{FF2B5EF4-FFF2-40B4-BE49-F238E27FC236}">
                <a16:creationId xmlns:a16="http://schemas.microsoft.com/office/drawing/2014/main" id="{C06E4475-C79A-1FEA-DF95-A1C2B4307DB7}"/>
              </a:ext>
            </a:extLst>
          </p:cNvPr>
          <p:cNvSpPr txBox="1"/>
          <p:nvPr/>
        </p:nvSpPr>
        <p:spPr>
          <a:xfrm>
            <a:off x="4896351" y="5265298"/>
            <a:ext cx="718244" cy="15946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36000" rIns="36000" bIns="0" rtlCol="0">
            <a:spAutoFit/>
          </a:bodyPr>
          <a:lstStyle/>
          <a:p>
            <a:pPr algn="ctr"/>
            <a:r>
              <a:rPr kumimoji="1" lang="ja-JP" altLang="en-US" sz="800" dirty="0"/>
              <a:t>スタッフ取下</a:t>
            </a:r>
          </a:p>
        </p:txBody>
      </p:sp>
      <p:sp>
        <p:nvSpPr>
          <p:cNvPr id="112" name="テキスト ボックス 111">
            <a:extLst>
              <a:ext uri="{FF2B5EF4-FFF2-40B4-BE49-F238E27FC236}">
                <a16:creationId xmlns:a16="http://schemas.microsoft.com/office/drawing/2014/main" id="{052AE6AD-8945-5FB1-15E9-2672E653C4E3}"/>
              </a:ext>
            </a:extLst>
          </p:cNvPr>
          <p:cNvSpPr txBox="1"/>
          <p:nvPr/>
        </p:nvSpPr>
        <p:spPr>
          <a:xfrm>
            <a:off x="4029315" y="2891320"/>
            <a:ext cx="718244" cy="159462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36000" rIns="36000" bIns="0" rtlCol="0">
            <a:spAutoFit/>
          </a:bodyPr>
          <a:lstStyle/>
          <a:p>
            <a:pPr algn="ctr"/>
            <a:r>
              <a:rPr lang="ja-JP" altLang="en-US" sz="800" dirty="0"/>
              <a:t>メール</a:t>
            </a:r>
            <a:r>
              <a:rPr kumimoji="1" lang="ja-JP" altLang="en-US" sz="800" dirty="0"/>
              <a:t>対応</a:t>
            </a:r>
          </a:p>
        </p:txBody>
      </p:sp>
      <p:cxnSp>
        <p:nvCxnSpPr>
          <p:cNvPr id="191" name="コネクタ: カギ線 190">
            <a:extLst>
              <a:ext uri="{FF2B5EF4-FFF2-40B4-BE49-F238E27FC236}">
                <a16:creationId xmlns:a16="http://schemas.microsoft.com/office/drawing/2014/main" id="{F72D2FA9-B523-7018-21A5-5C8439C63951}"/>
              </a:ext>
            </a:extLst>
          </p:cNvPr>
          <p:cNvCxnSpPr>
            <a:cxnSpLocks/>
            <a:stCxn id="315" idx="1"/>
            <a:endCxn id="104" idx="2"/>
          </p:cNvCxnSpPr>
          <p:nvPr/>
        </p:nvCxnSpPr>
        <p:spPr>
          <a:xfrm rot="10800000">
            <a:off x="3909339" y="2933689"/>
            <a:ext cx="1842805" cy="2536382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テキスト ボックス 114">
            <a:extLst>
              <a:ext uri="{FF2B5EF4-FFF2-40B4-BE49-F238E27FC236}">
                <a16:creationId xmlns:a16="http://schemas.microsoft.com/office/drawing/2014/main" id="{CBE55EF0-A979-2572-C378-6B56526097CD}"/>
              </a:ext>
            </a:extLst>
          </p:cNvPr>
          <p:cNvSpPr txBox="1"/>
          <p:nvPr/>
        </p:nvSpPr>
        <p:spPr>
          <a:xfrm flipH="1">
            <a:off x="17513" y="553666"/>
            <a:ext cx="8298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100" dirty="0"/>
              <a:t>初期設定</a:t>
            </a:r>
          </a:p>
        </p:txBody>
      </p:sp>
      <p:sp>
        <p:nvSpPr>
          <p:cNvPr id="117" name="テキスト ボックス 116">
            <a:extLst>
              <a:ext uri="{FF2B5EF4-FFF2-40B4-BE49-F238E27FC236}">
                <a16:creationId xmlns:a16="http://schemas.microsoft.com/office/drawing/2014/main" id="{9B0C4821-180E-B344-9C42-D2C67D41C940}"/>
              </a:ext>
            </a:extLst>
          </p:cNvPr>
          <p:cNvSpPr txBox="1"/>
          <p:nvPr/>
        </p:nvSpPr>
        <p:spPr>
          <a:xfrm>
            <a:off x="4181619" y="6433915"/>
            <a:ext cx="948466" cy="15946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36000" rIns="36000" bIns="0" rtlCol="0">
            <a:spAutoFit/>
          </a:bodyPr>
          <a:lstStyle/>
          <a:p>
            <a:pPr algn="ctr"/>
            <a:r>
              <a:rPr kumimoji="1" lang="en-US" altLang="ja-JP" sz="800" dirty="0"/>
              <a:t>WEB</a:t>
            </a:r>
            <a:r>
              <a:rPr kumimoji="1" lang="ja-JP" altLang="en-US" sz="800" dirty="0"/>
              <a:t>取下</a:t>
            </a:r>
          </a:p>
        </p:txBody>
      </p:sp>
      <p:sp>
        <p:nvSpPr>
          <p:cNvPr id="122" name="正方形/長方形 121">
            <a:extLst>
              <a:ext uri="{FF2B5EF4-FFF2-40B4-BE49-F238E27FC236}">
                <a16:creationId xmlns:a16="http://schemas.microsoft.com/office/drawing/2014/main" id="{45AFEC99-732B-8D4A-B02C-FB312B9D45E1}"/>
              </a:ext>
            </a:extLst>
          </p:cNvPr>
          <p:cNvSpPr/>
          <p:nvPr/>
        </p:nvSpPr>
        <p:spPr>
          <a:xfrm>
            <a:off x="4301551" y="1691856"/>
            <a:ext cx="545556" cy="18780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000" b="1" dirty="0">
                <a:solidFill>
                  <a:schemeClr val="tx1"/>
                </a:solidFill>
              </a:rPr>
              <a:t>ボタン</a:t>
            </a:r>
            <a:r>
              <a:rPr kumimoji="1" lang="en-US" altLang="ja-JP" sz="1000" b="1" dirty="0">
                <a:solidFill>
                  <a:schemeClr val="tx1"/>
                </a:solidFill>
              </a:rPr>
              <a:t>1 </a:t>
            </a:r>
            <a:endParaRPr kumimoji="1" lang="ja-JP" altLang="en-US" sz="1000" b="1" dirty="0">
              <a:solidFill>
                <a:schemeClr val="tx1"/>
              </a:solidFill>
            </a:endParaRPr>
          </a:p>
        </p:txBody>
      </p:sp>
      <p:sp>
        <p:nvSpPr>
          <p:cNvPr id="124" name="正方形/長方形 123">
            <a:extLst>
              <a:ext uri="{FF2B5EF4-FFF2-40B4-BE49-F238E27FC236}">
                <a16:creationId xmlns:a16="http://schemas.microsoft.com/office/drawing/2014/main" id="{70248B82-8818-30BB-828A-91CF6F0A38FB}"/>
              </a:ext>
            </a:extLst>
          </p:cNvPr>
          <p:cNvSpPr/>
          <p:nvPr/>
        </p:nvSpPr>
        <p:spPr>
          <a:xfrm>
            <a:off x="5862051" y="2008450"/>
            <a:ext cx="545556" cy="18780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000" b="1" dirty="0">
                <a:solidFill>
                  <a:schemeClr val="tx1"/>
                </a:solidFill>
              </a:rPr>
              <a:t>ボタン</a:t>
            </a:r>
            <a:r>
              <a:rPr kumimoji="1" lang="en-US" altLang="ja-JP" sz="1000" b="1" dirty="0">
                <a:solidFill>
                  <a:schemeClr val="tx1"/>
                </a:solidFill>
              </a:rPr>
              <a:t>2</a:t>
            </a:r>
            <a:endParaRPr kumimoji="1" lang="ja-JP" altLang="en-US" sz="1000" b="1" dirty="0">
              <a:solidFill>
                <a:schemeClr val="tx1"/>
              </a:solidFill>
            </a:endParaRPr>
          </a:p>
        </p:txBody>
      </p:sp>
      <p:sp>
        <p:nvSpPr>
          <p:cNvPr id="125" name="正方形/長方形 124">
            <a:extLst>
              <a:ext uri="{FF2B5EF4-FFF2-40B4-BE49-F238E27FC236}">
                <a16:creationId xmlns:a16="http://schemas.microsoft.com/office/drawing/2014/main" id="{DD471C92-901B-746F-BB10-201C32D7C708}"/>
              </a:ext>
            </a:extLst>
          </p:cNvPr>
          <p:cNvSpPr/>
          <p:nvPr/>
        </p:nvSpPr>
        <p:spPr>
          <a:xfrm>
            <a:off x="5157228" y="3303239"/>
            <a:ext cx="545556" cy="18780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000" b="1" dirty="0">
                <a:solidFill>
                  <a:schemeClr val="tx1"/>
                </a:solidFill>
              </a:rPr>
              <a:t>ボタン</a:t>
            </a:r>
            <a:r>
              <a:rPr kumimoji="1" lang="en-US" altLang="ja-JP" sz="1000" b="1" dirty="0">
                <a:solidFill>
                  <a:schemeClr val="tx1"/>
                </a:solidFill>
              </a:rPr>
              <a:t>3</a:t>
            </a:r>
            <a:endParaRPr kumimoji="1" lang="ja-JP" altLang="en-US" sz="1000" b="1" dirty="0">
              <a:solidFill>
                <a:schemeClr val="tx1"/>
              </a:solidFill>
            </a:endParaRPr>
          </a:p>
        </p:txBody>
      </p:sp>
      <p:sp>
        <p:nvSpPr>
          <p:cNvPr id="127" name="正方形/長方形 126">
            <a:extLst>
              <a:ext uri="{FF2B5EF4-FFF2-40B4-BE49-F238E27FC236}">
                <a16:creationId xmlns:a16="http://schemas.microsoft.com/office/drawing/2014/main" id="{E651370F-7C8B-05C0-060A-232AED2EF8D3}"/>
              </a:ext>
            </a:extLst>
          </p:cNvPr>
          <p:cNvSpPr/>
          <p:nvPr/>
        </p:nvSpPr>
        <p:spPr>
          <a:xfrm>
            <a:off x="5096285" y="184128"/>
            <a:ext cx="545556" cy="18780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000" b="1" dirty="0">
                <a:solidFill>
                  <a:schemeClr val="tx1"/>
                </a:solidFill>
              </a:rPr>
              <a:t>ボタン</a:t>
            </a:r>
            <a:r>
              <a:rPr kumimoji="1" lang="en-US" altLang="ja-JP" sz="1000" b="1" dirty="0">
                <a:solidFill>
                  <a:schemeClr val="tx1"/>
                </a:solidFill>
              </a:rPr>
              <a:t>5</a:t>
            </a:r>
            <a:endParaRPr kumimoji="1" lang="ja-JP" altLang="en-US" sz="1000" b="1" dirty="0">
              <a:solidFill>
                <a:schemeClr val="tx1"/>
              </a:solidFill>
            </a:endParaRPr>
          </a:p>
        </p:txBody>
      </p:sp>
      <p:sp>
        <p:nvSpPr>
          <p:cNvPr id="132" name="正方形/長方形 131">
            <a:extLst>
              <a:ext uri="{FF2B5EF4-FFF2-40B4-BE49-F238E27FC236}">
                <a16:creationId xmlns:a16="http://schemas.microsoft.com/office/drawing/2014/main" id="{C7880DD1-ED82-F8EE-66DF-99843EE3803D}"/>
              </a:ext>
            </a:extLst>
          </p:cNvPr>
          <p:cNvSpPr/>
          <p:nvPr/>
        </p:nvSpPr>
        <p:spPr>
          <a:xfrm>
            <a:off x="9312555" y="129549"/>
            <a:ext cx="545556" cy="18780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000" b="1" dirty="0">
                <a:solidFill>
                  <a:schemeClr val="tx1"/>
                </a:solidFill>
              </a:rPr>
              <a:t>ボタン</a:t>
            </a:r>
            <a:r>
              <a:rPr kumimoji="1" lang="en-US" altLang="ja-JP" sz="1000" b="1" dirty="0">
                <a:solidFill>
                  <a:schemeClr val="tx1"/>
                </a:solidFill>
              </a:rPr>
              <a:t>0</a:t>
            </a:r>
            <a:endParaRPr kumimoji="1" lang="ja-JP" altLang="en-US" sz="1000" b="1" dirty="0">
              <a:solidFill>
                <a:schemeClr val="tx1"/>
              </a:solidFill>
            </a:endParaRPr>
          </a:p>
        </p:txBody>
      </p:sp>
      <p:sp>
        <p:nvSpPr>
          <p:cNvPr id="133" name="正方形/長方形 132">
            <a:extLst>
              <a:ext uri="{FF2B5EF4-FFF2-40B4-BE49-F238E27FC236}">
                <a16:creationId xmlns:a16="http://schemas.microsoft.com/office/drawing/2014/main" id="{DE7623B2-0A4E-A1A6-6EE9-0E1B42DBA438}"/>
              </a:ext>
            </a:extLst>
          </p:cNvPr>
          <p:cNvSpPr/>
          <p:nvPr/>
        </p:nvSpPr>
        <p:spPr>
          <a:xfrm>
            <a:off x="5285345" y="4398191"/>
            <a:ext cx="545556" cy="18780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000" b="1" dirty="0">
                <a:solidFill>
                  <a:schemeClr val="tx1"/>
                </a:solidFill>
              </a:rPr>
              <a:t>ボタン</a:t>
            </a:r>
            <a:r>
              <a:rPr kumimoji="1" lang="en-US" altLang="ja-JP" sz="1000" b="1" dirty="0">
                <a:solidFill>
                  <a:schemeClr val="tx1"/>
                </a:solidFill>
              </a:rPr>
              <a:t>6</a:t>
            </a:r>
            <a:endParaRPr kumimoji="1" lang="ja-JP" altLang="en-US" sz="1000" b="1" dirty="0">
              <a:solidFill>
                <a:schemeClr val="tx1"/>
              </a:solidFill>
            </a:endParaRPr>
          </a:p>
        </p:txBody>
      </p:sp>
      <p:sp>
        <p:nvSpPr>
          <p:cNvPr id="134" name="正方形/長方形 133">
            <a:extLst>
              <a:ext uri="{FF2B5EF4-FFF2-40B4-BE49-F238E27FC236}">
                <a16:creationId xmlns:a16="http://schemas.microsoft.com/office/drawing/2014/main" id="{4846EF08-AE70-06B2-3FED-1A14BF7B0EF4}"/>
              </a:ext>
            </a:extLst>
          </p:cNvPr>
          <p:cNvSpPr/>
          <p:nvPr/>
        </p:nvSpPr>
        <p:spPr>
          <a:xfrm>
            <a:off x="5236767" y="5489163"/>
            <a:ext cx="545556" cy="18780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000" b="1" dirty="0">
                <a:solidFill>
                  <a:schemeClr val="tx1"/>
                </a:solidFill>
              </a:rPr>
              <a:t>ボタン</a:t>
            </a:r>
            <a:r>
              <a:rPr kumimoji="1" lang="en-US" altLang="ja-JP" sz="1000" b="1" dirty="0">
                <a:solidFill>
                  <a:schemeClr val="tx1"/>
                </a:solidFill>
              </a:rPr>
              <a:t>7</a:t>
            </a:r>
            <a:endParaRPr kumimoji="1" lang="ja-JP" altLang="en-US" sz="1000" b="1" dirty="0">
              <a:solidFill>
                <a:schemeClr val="tx1"/>
              </a:solidFill>
            </a:endParaRPr>
          </a:p>
        </p:txBody>
      </p:sp>
      <p:sp>
        <p:nvSpPr>
          <p:cNvPr id="135" name="正方形/長方形 134">
            <a:extLst>
              <a:ext uri="{FF2B5EF4-FFF2-40B4-BE49-F238E27FC236}">
                <a16:creationId xmlns:a16="http://schemas.microsoft.com/office/drawing/2014/main" id="{65D87252-641B-2BE1-2304-2C9CCA81C9EF}"/>
              </a:ext>
            </a:extLst>
          </p:cNvPr>
          <p:cNvSpPr/>
          <p:nvPr/>
        </p:nvSpPr>
        <p:spPr>
          <a:xfrm>
            <a:off x="3924589" y="6104631"/>
            <a:ext cx="545556" cy="18780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000" b="1" dirty="0">
                <a:solidFill>
                  <a:schemeClr val="tx1"/>
                </a:solidFill>
              </a:rPr>
              <a:t>ボタン</a:t>
            </a:r>
            <a:r>
              <a:rPr kumimoji="1" lang="en-US" altLang="ja-JP" sz="1000" b="1" dirty="0">
                <a:solidFill>
                  <a:schemeClr val="tx1"/>
                </a:solidFill>
              </a:rPr>
              <a:t>8</a:t>
            </a:r>
            <a:endParaRPr kumimoji="1" lang="ja-JP" altLang="en-US" sz="1000" b="1" dirty="0">
              <a:solidFill>
                <a:schemeClr val="tx1"/>
              </a:solidFill>
            </a:endParaRPr>
          </a:p>
        </p:txBody>
      </p:sp>
      <p:sp>
        <p:nvSpPr>
          <p:cNvPr id="138" name="正方形/長方形 137">
            <a:extLst>
              <a:ext uri="{FF2B5EF4-FFF2-40B4-BE49-F238E27FC236}">
                <a16:creationId xmlns:a16="http://schemas.microsoft.com/office/drawing/2014/main" id="{08CD5B0F-A7D6-591F-E475-96FD7718AC60}"/>
              </a:ext>
            </a:extLst>
          </p:cNvPr>
          <p:cNvSpPr/>
          <p:nvPr/>
        </p:nvSpPr>
        <p:spPr>
          <a:xfrm>
            <a:off x="9284316" y="5599788"/>
            <a:ext cx="545556" cy="18780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000" b="1" dirty="0">
                <a:solidFill>
                  <a:schemeClr val="tx1"/>
                </a:solidFill>
              </a:rPr>
              <a:t>ボタン</a:t>
            </a:r>
            <a:r>
              <a:rPr kumimoji="1" lang="en-US" altLang="ja-JP" sz="1000" b="1" dirty="0">
                <a:solidFill>
                  <a:schemeClr val="tx1"/>
                </a:solidFill>
              </a:rPr>
              <a:t>9</a:t>
            </a:r>
            <a:endParaRPr kumimoji="1" lang="ja-JP" altLang="en-US" sz="1000" b="1" dirty="0">
              <a:solidFill>
                <a:schemeClr val="tx1"/>
              </a:solidFill>
            </a:endParaRPr>
          </a:p>
        </p:txBody>
      </p:sp>
      <p:sp>
        <p:nvSpPr>
          <p:cNvPr id="140" name="正方形/長方形 139">
            <a:extLst>
              <a:ext uri="{FF2B5EF4-FFF2-40B4-BE49-F238E27FC236}">
                <a16:creationId xmlns:a16="http://schemas.microsoft.com/office/drawing/2014/main" id="{72FD215C-D2CB-B340-10E3-58F22D1A1081}"/>
              </a:ext>
            </a:extLst>
          </p:cNvPr>
          <p:cNvSpPr/>
          <p:nvPr/>
        </p:nvSpPr>
        <p:spPr>
          <a:xfrm>
            <a:off x="4292878" y="2620943"/>
            <a:ext cx="545556" cy="18780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000" b="1" dirty="0">
                <a:solidFill>
                  <a:schemeClr val="tx1"/>
                </a:solidFill>
              </a:rPr>
              <a:t>ボタン</a:t>
            </a:r>
            <a:r>
              <a:rPr kumimoji="1" lang="en-US" altLang="ja-JP" sz="1000" b="1" dirty="0">
                <a:solidFill>
                  <a:schemeClr val="tx1"/>
                </a:solidFill>
              </a:rPr>
              <a:t>1</a:t>
            </a:r>
            <a:endParaRPr kumimoji="1" lang="ja-JP" altLang="en-US" sz="1000" b="1" dirty="0">
              <a:solidFill>
                <a:schemeClr val="tx1"/>
              </a:solidFill>
            </a:endParaRPr>
          </a:p>
        </p:txBody>
      </p:sp>
      <p:sp>
        <p:nvSpPr>
          <p:cNvPr id="141" name="楕円 140">
            <a:extLst>
              <a:ext uri="{FF2B5EF4-FFF2-40B4-BE49-F238E27FC236}">
                <a16:creationId xmlns:a16="http://schemas.microsoft.com/office/drawing/2014/main" id="{C8406DE7-4ED3-9CB7-826B-B769DECA0B03}"/>
              </a:ext>
            </a:extLst>
          </p:cNvPr>
          <p:cNvSpPr/>
          <p:nvPr/>
        </p:nvSpPr>
        <p:spPr>
          <a:xfrm>
            <a:off x="4491376" y="1710054"/>
            <a:ext cx="269484" cy="1038786"/>
          </a:xfrm>
          <a:prstGeom prst="ellipse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3" name="テキスト ボックス 142">
            <a:extLst>
              <a:ext uri="{FF2B5EF4-FFF2-40B4-BE49-F238E27FC236}">
                <a16:creationId xmlns:a16="http://schemas.microsoft.com/office/drawing/2014/main" id="{D2610A64-C22D-BE22-76CD-661C10E11561}"/>
              </a:ext>
            </a:extLst>
          </p:cNvPr>
          <p:cNvSpPr txBox="1"/>
          <p:nvPr/>
        </p:nvSpPr>
        <p:spPr>
          <a:xfrm>
            <a:off x="4537082" y="1935007"/>
            <a:ext cx="70693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50" dirty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トグル</a:t>
            </a:r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795CEE01-BB2A-6681-724D-C2A48923E822}"/>
              </a:ext>
            </a:extLst>
          </p:cNvPr>
          <p:cNvSpPr txBox="1"/>
          <p:nvPr/>
        </p:nvSpPr>
        <p:spPr>
          <a:xfrm>
            <a:off x="7488101" y="2355590"/>
            <a:ext cx="877331" cy="369332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ja-JP" sz="600" dirty="0"/>
              <a:t>T</a:t>
            </a:r>
            <a:r>
              <a:rPr kumimoji="1" lang="ja-JP" altLang="en-US" sz="600" dirty="0"/>
              <a:t>時間待っても</a:t>
            </a:r>
            <a:r>
              <a:rPr lang="ja-JP" altLang="en-US" sz="600" dirty="0"/>
              <a:t>既読にならなければ</a:t>
            </a:r>
            <a:endParaRPr lang="en-US" altLang="ja-JP" sz="600" dirty="0"/>
          </a:p>
          <a:p>
            <a:pPr algn="ctr"/>
            <a:r>
              <a:rPr lang="ja-JP" altLang="en-US" sz="600" dirty="0"/>
              <a:t>取り下げる</a:t>
            </a:r>
            <a:endParaRPr kumimoji="1" lang="ja-JP" altLang="en-US" sz="600" dirty="0"/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50FEF2FF-B757-69B2-B31C-5C8B24E7724A}"/>
              </a:ext>
            </a:extLst>
          </p:cNvPr>
          <p:cNvCxnSpPr>
            <a:cxnSpLocks/>
          </p:cNvCxnSpPr>
          <p:nvPr/>
        </p:nvCxnSpPr>
        <p:spPr>
          <a:xfrm flipV="1">
            <a:off x="8404360" y="1701583"/>
            <a:ext cx="0" cy="4706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6B6C3843-817A-50B2-2917-426F20B0CEBF}"/>
              </a:ext>
            </a:extLst>
          </p:cNvPr>
          <p:cNvSpPr/>
          <p:nvPr/>
        </p:nvSpPr>
        <p:spPr>
          <a:xfrm>
            <a:off x="8356349" y="2357417"/>
            <a:ext cx="75834" cy="1153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1" name="コネクタ: カギ線 20">
            <a:extLst>
              <a:ext uri="{FF2B5EF4-FFF2-40B4-BE49-F238E27FC236}">
                <a16:creationId xmlns:a16="http://schemas.microsoft.com/office/drawing/2014/main" id="{90191AD6-D86D-AFE3-62BD-8B7B4488D221}"/>
              </a:ext>
            </a:extLst>
          </p:cNvPr>
          <p:cNvCxnSpPr>
            <a:cxnSpLocks/>
            <a:stCxn id="30" idx="3"/>
          </p:cNvCxnSpPr>
          <p:nvPr/>
        </p:nvCxnSpPr>
        <p:spPr>
          <a:xfrm flipV="1">
            <a:off x="7985393" y="2407907"/>
            <a:ext cx="768171" cy="1300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楕円 21">
            <a:extLst>
              <a:ext uri="{FF2B5EF4-FFF2-40B4-BE49-F238E27FC236}">
                <a16:creationId xmlns:a16="http://schemas.microsoft.com/office/drawing/2014/main" id="{0CFCA571-EE5B-249B-3EFD-29C8B18DA71C}"/>
              </a:ext>
            </a:extLst>
          </p:cNvPr>
          <p:cNvSpPr/>
          <p:nvPr/>
        </p:nvSpPr>
        <p:spPr>
          <a:xfrm>
            <a:off x="6880360" y="1631989"/>
            <a:ext cx="71636" cy="8065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BB3A3650-4A60-B60E-A5BA-CFB26D63B194}"/>
              </a:ext>
            </a:extLst>
          </p:cNvPr>
          <p:cNvSpPr/>
          <p:nvPr/>
        </p:nvSpPr>
        <p:spPr>
          <a:xfrm>
            <a:off x="7586733" y="1642460"/>
            <a:ext cx="71636" cy="8065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5" name="コネクタ: カギ線 24">
            <a:extLst>
              <a:ext uri="{FF2B5EF4-FFF2-40B4-BE49-F238E27FC236}">
                <a16:creationId xmlns:a16="http://schemas.microsoft.com/office/drawing/2014/main" id="{46D336F2-5D23-1C2C-1412-B642A93DEAC6}"/>
              </a:ext>
            </a:extLst>
          </p:cNvPr>
          <p:cNvCxnSpPr>
            <a:stCxn id="22" idx="0"/>
            <a:endCxn id="23" idx="0"/>
          </p:cNvCxnSpPr>
          <p:nvPr/>
        </p:nvCxnSpPr>
        <p:spPr>
          <a:xfrm rot="16200000" flipH="1">
            <a:off x="7264128" y="1284038"/>
            <a:ext cx="10471" cy="706373"/>
          </a:xfrm>
          <a:prstGeom prst="bentConnector3">
            <a:avLst>
              <a:gd name="adj1" fmla="val -512332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E88AED50-B131-6900-D26B-EF3C918668F0}"/>
              </a:ext>
            </a:extLst>
          </p:cNvPr>
          <p:cNvSpPr txBox="1"/>
          <p:nvPr/>
        </p:nvSpPr>
        <p:spPr>
          <a:xfrm>
            <a:off x="8736877" y="2009064"/>
            <a:ext cx="1053161" cy="4056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 lIns="0" tIns="36000" rIns="0" bIns="0" rtlCol="0">
            <a:spAutoFit/>
          </a:bodyPr>
          <a:lstStyle/>
          <a:p>
            <a:pPr algn="ctr"/>
            <a:r>
              <a:rPr lang="en-US" altLang="ja-JP" sz="800" dirty="0">
                <a:highlight>
                  <a:srgbClr val="00FFFF"/>
                </a:highlight>
              </a:rPr>
              <a:t>URL</a:t>
            </a:r>
            <a:r>
              <a:rPr lang="ja-JP" altLang="en-US" sz="800" dirty="0">
                <a:highlight>
                  <a:srgbClr val="00FFFF"/>
                </a:highlight>
              </a:rPr>
              <a:t>先で</a:t>
            </a:r>
            <a:br>
              <a:rPr lang="en-US" altLang="ja-JP" sz="800" dirty="0">
                <a:highlight>
                  <a:srgbClr val="00FFFF"/>
                </a:highlight>
              </a:rPr>
            </a:br>
            <a:r>
              <a:rPr lang="ja-JP" altLang="en-US" sz="800" dirty="0">
                <a:highlight>
                  <a:srgbClr val="00FFFF"/>
                </a:highlight>
              </a:rPr>
              <a:t>タイムアウトした旨を表示</a:t>
            </a:r>
            <a:endParaRPr kumimoji="1" lang="en-US" altLang="ja-JP" sz="800" dirty="0">
              <a:highlight>
                <a:srgbClr val="00FFFF"/>
              </a:highlight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83F1B53-F138-5993-2E30-5396E6511A35}"/>
              </a:ext>
            </a:extLst>
          </p:cNvPr>
          <p:cNvSpPr txBox="1"/>
          <p:nvPr/>
        </p:nvSpPr>
        <p:spPr>
          <a:xfrm>
            <a:off x="94767" y="5331570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>
                <a:highlight>
                  <a:srgbClr val="FFFF00"/>
                </a:highlight>
              </a:rPr>
              <a:t>多重予約検出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DC623A1-E491-81FA-58A1-64B8579A650C}"/>
              </a:ext>
            </a:extLst>
          </p:cNvPr>
          <p:cNvSpPr txBox="1"/>
          <p:nvPr/>
        </p:nvSpPr>
        <p:spPr>
          <a:xfrm>
            <a:off x="8715691" y="1812020"/>
            <a:ext cx="718244" cy="15946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36000" rIns="36000" bIns="0" rtlCol="0">
            <a:spAutoFit/>
          </a:bodyPr>
          <a:lstStyle/>
          <a:p>
            <a:pPr algn="ctr"/>
            <a:r>
              <a:rPr kumimoji="1" lang="ja-JP" altLang="en-US" sz="800" dirty="0"/>
              <a:t>閲覧期限切れ</a:t>
            </a:r>
          </a:p>
        </p:txBody>
      </p:sp>
      <p:sp>
        <p:nvSpPr>
          <p:cNvPr id="505" name="テキスト ボックス 504">
            <a:extLst>
              <a:ext uri="{FF2B5EF4-FFF2-40B4-BE49-F238E27FC236}">
                <a16:creationId xmlns:a16="http://schemas.microsoft.com/office/drawing/2014/main" id="{334AFF29-E360-18ED-F1AE-BCFE0959F1F3}"/>
              </a:ext>
            </a:extLst>
          </p:cNvPr>
          <p:cNvSpPr txBox="1"/>
          <p:nvPr/>
        </p:nvSpPr>
        <p:spPr>
          <a:xfrm>
            <a:off x="3334189" y="3884948"/>
            <a:ext cx="780796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700" dirty="0"/>
              <a:t>予約枠確保のやり直し</a:t>
            </a:r>
          </a:p>
        </p:txBody>
      </p:sp>
      <p:cxnSp>
        <p:nvCxnSpPr>
          <p:cNvPr id="24" name="コネクタ: カギ線 23">
            <a:extLst>
              <a:ext uri="{FF2B5EF4-FFF2-40B4-BE49-F238E27FC236}">
                <a16:creationId xmlns:a16="http://schemas.microsoft.com/office/drawing/2014/main" id="{25C7686D-01B6-4462-AD2B-5503EA8574F7}"/>
              </a:ext>
            </a:extLst>
          </p:cNvPr>
          <p:cNvCxnSpPr>
            <a:cxnSpLocks/>
            <a:stCxn id="33" idx="0"/>
            <a:endCxn id="31" idx="2"/>
          </p:cNvCxnSpPr>
          <p:nvPr/>
        </p:nvCxnSpPr>
        <p:spPr>
          <a:xfrm rot="5400000" flipH="1" flipV="1">
            <a:off x="4868641" y="2664322"/>
            <a:ext cx="1134151" cy="1602210"/>
          </a:xfrm>
          <a:prstGeom prst="bentConnector3">
            <a:avLst>
              <a:gd name="adj1" fmla="val 23545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9ABEDCD9-A4AA-BC6A-B99F-48312B3DE0C4}"/>
              </a:ext>
            </a:extLst>
          </p:cNvPr>
          <p:cNvSpPr txBox="1"/>
          <p:nvPr/>
        </p:nvSpPr>
        <p:spPr>
          <a:xfrm>
            <a:off x="4823454" y="3616102"/>
            <a:ext cx="479963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700" dirty="0"/>
              <a:t>そっと</a:t>
            </a:r>
            <a:endParaRPr kumimoji="1" lang="en-US" altLang="ja-JP" sz="700" dirty="0"/>
          </a:p>
          <a:p>
            <a:pPr algn="ctr"/>
            <a:r>
              <a:rPr kumimoji="1" lang="ja-JP" altLang="en-US" sz="700" dirty="0"/>
              <a:t>戻る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CEA966FA-D145-CBC4-71CC-DE91D7D5EE1E}"/>
              </a:ext>
            </a:extLst>
          </p:cNvPr>
          <p:cNvSpPr/>
          <p:nvPr/>
        </p:nvSpPr>
        <p:spPr>
          <a:xfrm>
            <a:off x="6190477" y="2783003"/>
            <a:ext cx="92688" cy="11534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BF3123AA-1DDC-E9DB-BD8B-0D32C28ABBE3}"/>
              </a:ext>
            </a:extLst>
          </p:cNvPr>
          <p:cNvSpPr/>
          <p:nvPr/>
        </p:nvSpPr>
        <p:spPr>
          <a:xfrm>
            <a:off x="4427678" y="4032502"/>
            <a:ext cx="413866" cy="69916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50" dirty="0">
                <a:solidFill>
                  <a:schemeClr val="tx1"/>
                </a:solidFill>
              </a:rPr>
              <a:t>復活</a:t>
            </a:r>
            <a:endParaRPr kumimoji="1" lang="ja-JP" altLang="en-US" sz="1050" dirty="0">
              <a:solidFill>
                <a:schemeClr val="tx1"/>
              </a:solidFill>
            </a:endParaRP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1D8EC671-AE2E-17B5-ED20-DB1302808247}"/>
              </a:ext>
            </a:extLst>
          </p:cNvPr>
          <p:cNvSpPr txBox="1"/>
          <p:nvPr/>
        </p:nvSpPr>
        <p:spPr>
          <a:xfrm>
            <a:off x="5410906" y="3609147"/>
            <a:ext cx="718244" cy="28257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36000" rIns="36000" bIns="0" rtlCol="0">
            <a:spAutoFit/>
          </a:bodyPr>
          <a:lstStyle/>
          <a:p>
            <a:pPr algn="ctr"/>
            <a:r>
              <a:rPr kumimoji="1" lang="ja-JP" altLang="en-US" sz="800" dirty="0"/>
              <a:t>スタッフ</a:t>
            </a:r>
            <a:endParaRPr kumimoji="1" lang="en-US" altLang="ja-JP" sz="800" dirty="0"/>
          </a:p>
          <a:p>
            <a:pPr algn="ctr"/>
            <a:r>
              <a:rPr kumimoji="1" lang="ja-JP" altLang="en-US" sz="800" dirty="0"/>
              <a:t>取下中止</a:t>
            </a:r>
          </a:p>
        </p:txBody>
      </p:sp>
      <p:sp>
        <p:nvSpPr>
          <p:cNvPr id="106" name="正方形/長方形 105">
            <a:extLst>
              <a:ext uri="{FF2B5EF4-FFF2-40B4-BE49-F238E27FC236}">
                <a16:creationId xmlns:a16="http://schemas.microsoft.com/office/drawing/2014/main" id="{7FF2FADD-F967-2A4E-EE64-FF9B0D3B068F}"/>
              </a:ext>
            </a:extLst>
          </p:cNvPr>
          <p:cNvSpPr/>
          <p:nvPr/>
        </p:nvSpPr>
        <p:spPr>
          <a:xfrm>
            <a:off x="3554705" y="3453135"/>
            <a:ext cx="774209" cy="34762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dirty="0">
                <a:solidFill>
                  <a:schemeClr val="tx1"/>
                </a:solidFill>
              </a:rPr>
              <a:t>電カル予約解除</a:t>
            </a: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8D87C924-D7A9-206C-321B-3C512602FA98}"/>
              </a:ext>
            </a:extLst>
          </p:cNvPr>
          <p:cNvSpPr/>
          <p:nvPr/>
        </p:nvSpPr>
        <p:spPr>
          <a:xfrm>
            <a:off x="3890254" y="563716"/>
            <a:ext cx="774209" cy="34762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dirty="0">
                <a:solidFill>
                  <a:schemeClr val="tx1"/>
                </a:solidFill>
              </a:rPr>
              <a:t>電カル予約解除</a:t>
            </a: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A2F11D97-A70A-BC58-0320-A7C8781BE9AE}"/>
              </a:ext>
            </a:extLst>
          </p:cNvPr>
          <p:cNvSpPr txBox="1"/>
          <p:nvPr/>
        </p:nvSpPr>
        <p:spPr>
          <a:xfrm>
            <a:off x="8758365" y="2461177"/>
            <a:ext cx="1077922" cy="338554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800" dirty="0"/>
              <a:t>再依頼</a:t>
            </a:r>
            <a:endParaRPr kumimoji="1" lang="en-US" altLang="ja-JP" sz="800" dirty="0"/>
          </a:p>
          <a:p>
            <a:pPr algn="ctr"/>
            <a:r>
              <a:rPr kumimoji="1" lang="ja-JP" altLang="en-US" sz="800" dirty="0"/>
              <a:t>（本日中のみ）</a:t>
            </a:r>
          </a:p>
        </p:txBody>
      </p:sp>
      <p:cxnSp>
        <p:nvCxnSpPr>
          <p:cNvPr id="48" name="コネクタ: 曲線 47">
            <a:extLst>
              <a:ext uri="{FF2B5EF4-FFF2-40B4-BE49-F238E27FC236}">
                <a16:creationId xmlns:a16="http://schemas.microsoft.com/office/drawing/2014/main" id="{52AAC147-938C-F060-032C-62F2F823F856}"/>
              </a:ext>
            </a:extLst>
          </p:cNvPr>
          <p:cNvCxnSpPr>
            <a:cxnSpLocks/>
            <a:stCxn id="45" idx="1"/>
            <a:endCxn id="35" idx="0"/>
          </p:cNvCxnSpPr>
          <p:nvPr/>
        </p:nvCxnSpPr>
        <p:spPr>
          <a:xfrm rot="10800000">
            <a:off x="5505467" y="2559566"/>
            <a:ext cx="3252898" cy="70889"/>
          </a:xfrm>
          <a:prstGeom prst="curvedConnector4">
            <a:avLst>
              <a:gd name="adj1" fmla="val 41407"/>
              <a:gd name="adj2" fmla="val 422476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コネクタ: 曲線 61">
            <a:extLst>
              <a:ext uri="{FF2B5EF4-FFF2-40B4-BE49-F238E27FC236}">
                <a16:creationId xmlns:a16="http://schemas.microsoft.com/office/drawing/2014/main" id="{2CCDCE6C-A14C-AFC3-BD9A-034DE17B255F}"/>
              </a:ext>
            </a:extLst>
          </p:cNvPr>
          <p:cNvCxnSpPr>
            <a:cxnSpLocks/>
          </p:cNvCxnSpPr>
          <p:nvPr/>
        </p:nvCxnSpPr>
        <p:spPr>
          <a:xfrm rot="16200000" flipV="1">
            <a:off x="4777822" y="882610"/>
            <a:ext cx="43863" cy="980938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コネクタ: 曲線 62">
            <a:extLst>
              <a:ext uri="{FF2B5EF4-FFF2-40B4-BE49-F238E27FC236}">
                <a16:creationId xmlns:a16="http://schemas.microsoft.com/office/drawing/2014/main" id="{7CB75E86-DEEB-1EB8-5532-73CEB9E9A3B2}"/>
              </a:ext>
            </a:extLst>
          </p:cNvPr>
          <p:cNvCxnSpPr>
            <a:cxnSpLocks/>
          </p:cNvCxnSpPr>
          <p:nvPr/>
        </p:nvCxnSpPr>
        <p:spPr>
          <a:xfrm rot="10800000" flipV="1">
            <a:off x="4427939" y="2983569"/>
            <a:ext cx="660498" cy="15146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7" name="テキスト ボックス 456">
            <a:extLst>
              <a:ext uri="{FF2B5EF4-FFF2-40B4-BE49-F238E27FC236}">
                <a16:creationId xmlns:a16="http://schemas.microsoft.com/office/drawing/2014/main" id="{8D5954F2-1751-106D-3F86-2B376B5EB292}"/>
              </a:ext>
            </a:extLst>
          </p:cNvPr>
          <p:cNvSpPr txBox="1"/>
          <p:nvPr/>
        </p:nvSpPr>
        <p:spPr>
          <a:xfrm>
            <a:off x="4425384" y="1160758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00" dirty="0"/>
              <a:t>戻る</a:t>
            </a:r>
            <a:endParaRPr kumimoji="1" lang="ja-JP" altLang="en-US" sz="1000" dirty="0"/>
          </a:p>
        </p:txBody>
      </p:sp>
      <p:sp>
        <p:nvSpPr>
          <p:cNvPr id="458" name="テキスト ボックス 457">
            <a:extLst>
              <a:ext uri="{FF2B5EF4-FFF2-40B4-BE49-F238E27FC236}">
                <a16:creationId xmlns:a16="http://schemas.microsoft.com/office/drawing/2014/main" id="{AA66695D-6336-4730-01BC-CC8F7D5FC8E8}"/>
              </a:ext>
            </a:extLst>
          </p:cNvPr>
          <p:cNvSpPr txBox="1"/>
          <p:nvPr/>
        </p:nvSpPr>
        <p:spPr>
          <a:xfrm>
            <a:off x="4486288" y="3103047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00" dirty="0"/>
              <a:t>戻る</a:t>
            </a:r>
            <a:endParaRPr kumimoji="1" lang="ja-JP" altLang="en-US" sz="1000" dirty="0"/>
          </a:p>
        </p:txBody>
      </p:sp>
      <p:sp>
        <p:nvSpPr>
          <p:cNvPr id="459" name="正方形/長方形 458">
            <a:extLst>
              <a:ext uri="{FF2B5EF4-FFF2-40B4-BE49-F238E27FC236}">
                <a16:creationId xmlns:a16="http://schemas.microsoft.com/office/drawing/2014/main" id="{46DB94F3-B6A0-14CD-73B9-5B27D21DD0E3}"/>
              </a:ext>
            </a:extLst>
          </p:cNvPr>
          <p:cNvSpPr/>
          <p:nvPr/>
        </p:nvSpPr>
        <p:spPr>
          <a:xfrm>
            <a:off x="8695372" y="2548031"/>
            <a:ext cx="92688" cy="115348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60" name="コネクタ: カギ線 459">
            <a:extLst>
              <a:ext uri="{FF2B5EF4-FFF2-40B4-BE49-F238E27FC236}">
                <a16:creationId xmlns:a16="http://schemas.microsoft.com/office/drawing/2014/main" id="{12B1733E-A1B5-7149-99D0-D0870DE6BD12}"/>
              </a:ext>
            </a:extLst>
          </p:cNvPr>
          <p:cNvCxnSpPr>
            <a:cxnSpLocks/>
            <a:stCxn id="44" idx="3"/>
            <a:endCxn id="362" idx="1"/>
          </p:cNvCxnSpPr>
          <p:nvPr/>
        </p:nvCxnSpPr>
        <p:spPr>
          <a:xfrm>
            <a:off x="10047289" y="2293824"/>
            <a:ext cx="1135098" cy="732430"/>
          </a:xfrm>
          <a:prstGeom prst="bentConnector3">
            <a:avLst>
              <a:gd name="adj1" fmla="val 50000"/>
            </a:avLst>
          </a:prstGeom>
          <a:ln w="12700">
            <a:solidFill>
              <a:srgbClr val="00B05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4" name="テキスト ボックス 463">
            <a:extLst>
              <a:ext uri="{FF2B5EF4-FFF2-40B4-BE49-F238E27FC236}">
                <a16:creationId xmlns:a16="http://schemas.microsoft.com/office/drawing/2014/main" id="{025B9DC5-5E90-DB65-9196-E5F9077AEFD7}"/>
              </a:ext>
            </a:extLst>
          </p:cNvPr>
          <p:cNvSpPr txBox="1"/>
          <p:nvPr/>
        </p:nvSpPr>
        <p:spPr>
          <a:xfrm>
            <a:off x="52695" y="5703873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 dirty="0">
                <a:highlight>
                  <a:srgbClr val="FFFF00"/>
                </a:highlight>
              </a:rPr>
              <a:t>遷移歴</a:t>
            </a:r>
            <a:endParaRPr kumimoji="1" lang="ja-JP" altLang="en-US" sz="1200" dirty="0">
              <a:highlight>
                <a:srgbClr val="FFFF00"/>
              </a:highlight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85A0FB9-1B52-2D42-F429-BEC3556A375D}"/>
              </a:ext>
            </a:extLst>
          </p:cNvPr>
          <p:cNvSpPr txBox="1"/>
          <p:nvPr/>
        </p:nvSpPr>
        <p:spPr>
          <a:xfrm>
            <a:off x="10387931" y="825225"/>
            <a:ext cx="718244" cy="15946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36000" rIns="36000" bIns="0" rtlCol="0">
            <a:spAutoFit/>
          </a:bodyPr>
          <a:lstStyle/>
          <a:p>
            <a:pPr algn="ctr"/>
            <a:r>
              <a:rPr kumimoji="1" lang="ja-JP" altLang="en-US" sz="800" dirty="0"/>
              <a:t>終了待ち</a:t>
            </a:r>
          </a:p>
        </p:txBody>
      </p:sp>
    </p:spTree>
    <p:extLst>
      <p:ext uri="{BB962C8B-B14F-4D97-AF65-F5344CB8AC3E}">
        <p14:creationId xmlns:p14="http://schemas.microsoft.com/office/powerpoint/2010/main" val="4171539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5617D-578F-F55F-D46F-21FDB9C47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0" name="コネクタ: カギ線 209">
            <a:extLst>
              <a:ext uri="{FF2B5EF4-FFF2-40B4-BE49-F238E27FC236}">
                <a16:creationId xmlns:a16="http://schemas.microsoft.com/office/drawing/2014/main" id="{29A591CE-3869-47C7-AE6F-B2C026E32FD5}"/>
              </a:ext>
            </a:extLst>
          </p:cNvPr>
          <p:cNvCxnSpPr>
            <a:cxnSpLocks/>
            <a:stCxn id="139" idx="2"/>
            <a:endCxn id="18" idx="0"/>
          </p:cNvCxnSpPr>
          <p:nvPr/>
        </p:nvCxnSpPr>
        <p:spPr>
          <a:xfrm rot="16200000" flipH="1">
            <a:off x="1689639" y="2313500"/>
            <a:ext cx="3185642" cy="4620891"/>
          </a:xfrm>
          <a:prstGeom prst="bentConnector3">
            <a:avLst>
              <a:gd name="adj1" fmla="val 50000"/>
            </a:avLst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コネクタ: 曲線 207">
            <a:extLst>
              <a:ext uri="{FF2B5EF4-FFF2-40B4-BE49-F238E27FC236}">
                <a16:creationId xmlns:a16="http://schemas.microsoft.com/office/drawing/2014/main" id="{E526910E-7881-9D48-7D31-F313627B6370}"/>
              </a:ext>
            </a:extLst>
          </p:cNvPr>
          <p:cNvCxnSpPr>
            <a:cxnSpLocks/>
            <a:stCxn id="42" idx="0"/>
            <a:endCxn id="139" idx="0"/>
          </p:cNvCxnSpPr>
          <p:nvPr/>
        </p:nvCxnSpPr>
        <p:spPr>
          <a:xfrm rot="16200000" flipH="1" flipV="1">
            <a:off x="1668556" y="2107142"/>
            <a:ext cx="6423" cy="1399505"/>
          </a:xfrm>
          <a:prstGeom prst="curvedConnector3">
            <a:avLst>
              <a:gd name="adj1" fmla="val -5859910"/>
            </a:avLst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コネクタ: 曲線 201">
            <a:extLst>
              <a:ext uri="{FF2B5EF4-FFF2-40B4-BE49-F238E27FC236}">
                <a16:creationId xmlns:a16="http://schemas.microsoft.com/office/drawing/2014/main" id="{2A9822D4-4587-0E6C-07E0-F0F69F9A8156}"/>
              </a:ext>
            </a:extLst>
          </p:cNvPr>
          <p:cNvCxnSpPr>
            <a:cxnSpLocks/>
            <a:stCxn id="150" idx="0"/>
            <a:endCxn id="9" idx="0"/>
          </p:cNvCxnSpPr>
          <p:nvPr/>
        </p:nvCxnSpPr>
        <p:spPr>
          <a:xfrm rot="16200000" flipH="1">
            <a:off x="4592206" y="2160893"/>
            <a:ext cx="6350" cy="1304779"/>
          </a:xfrm>
          <a:prstGeom prst="curvedConnector3">
            <a:avLst>
              <a:gd name="adj1" fmla="val -5927307"/>
            </a:avLst>
          </a:prstGeom>
          <a:ln w="76200">
            <a:solidFill>
              <a:srgbClr val="FF0000">
                <a:alpha val="40000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コネクタ: カギ線 198">
            <a:extLst>
              <a:ext uri="{FF2B5EF4-FFF2-40B4-BE49-F238E27FC236}">
                <a16:creationId xmlns:a16="http://schemas.microsoft.com/office/drawing/2014/main" id="{BAC38A64-A053-E6DA-B4AF-E050B1D520BE}"/>
              </a:ext>
            </a:extLst>
          </p:cNvPr>
          <p:cNvCxnSpPr>
            <a:cxnSpLocks/>
            <a:stCxn id="9" idx="2"/>
            <a:endCxn id="18" idx="0"/>
          </p:cNvCxnSpPr>
          <p:nvPr/>
        </p:nvCxnSpPr>
        <p:spPr>
          <a:xfrm rot="16200000" flipH="1">
            <a:off x="3830692" y="4454553"/>
            <a:ext cx="3179292" cy="345135"/>
          </a:xfrm>
          <a:prstGeom prst="bentConnector3">
            <a:avLst/>
          </a:prstGeom>
          <a:ln w="76200">
            <a:solidFill>
              <a:srgbClr val="FF0000">
                <a:alpha val="27000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コネクタ: カギ線 197">
            <a:extLst>
              <a:ext uri="{FF2B5EF4-FFF2-40B4-BE49-F238E27FC236}">
                <a16:creationId xmlns:a16="http://schemas.microsoft.com/office/drawing/2014/main" id="{B2733435-60F7-CECA-47E4-57600992C148}"/>
              </a:ext>
            </a:extLst>
          </p:cNvPr>
          <p:cNvCxnSpPr>
            <a:stCxn id="8" idx="2"/>
            <a:endCxn id="18" idx="0"/>
          </p:cNvCxnSpPr>
          <p:nvPr/>
        </p:nvCxnSpPr>
        <p:spPr>
          <a:xfrm rot="16200000" flipH="1">
            <a:off x="3125071" y="3748932"/>
            <a:ext cx="3179292" cy="1756377"/>
          </a:xfrm>
          <a:prstGeom prst="bentConnector3">
            <a:avLst/>
          </a:prstGeom>
          <a:ln w="76200">
            <a:solidFill>
              <a:srgbClr val="FF0000">
                <a:alpha val="27000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コネクタ: 曲線 193">
            <a:extLst>
              <a:ext uri="{FF2B5EF4-FFF2-40B4-BE49-F238E27FC236}">
                <a16:creationId xmlns:a16="http://schemas.microsoft.com/office/drawing/2014/main" id="{9E598F3F-88E6-8D8B-37BA-9E9FFE919839}"/>
              </a:ext>
            </a:extLst>
          </p:cNvPr>
          <p:cNvCxnSpPr>
            <a:cxnSpLocks/>
            <a:stCxn id="42" idx="0"/>
            <a:endCxn id="8" idx="0"/>
          </p:cNvCxnSpPr>
          <p:nvPr/>
        </p:nvCxnSpPr>
        <p:spPr>
          <a:xfrm rot="16200000" flipH="1">
            <a:off x="3097637" y="2077566"/>
            <a:ext cx="12773" cy="1465009"/>
          </a:xfrm>
          <a:prstGeom prst="curvedConnector3">
            <a:avLst>
              <a:gd name="adj1" fmla="val -3199789"/>
            </a:avLst>
          </a:prstGeom>
          <a:ln w="76200">
            <a:solidFill>
              <a:srgbClr val="FF0000">
                <a:alpha val="31000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6FCAF4A-F3F3-9729-96FB-9853E60DD88D}"/>
              </a:ext>
            </a:extLst>
          </p:cNvPr>
          <p:cNvSpPr txBox="1"/>
          <p:nvPr/>
        </p:nvSpPr>
        <p:spPr>
          <a:xfrm>
            <a:off x="3290186" y="2816457"/>
            <a:ext cx="1092685" cy="22101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36000" rIns="36000" bIns="0" rtlCol="0" anchor="ctr">
            <a:spAutoFit/>
          </a:bodyPr>
          <a:lstStyle/>
          <a:p>
            <a:pPr algn="ctr"/>
            <a:r>
              <a:rPr kumimoji="1" lang="ja-JP" altLang="en-US" sz="1200" dirty="0"/>
              <a:t>メール送信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6505D8C-B6E0-612D-819F-591A9CB038B5}"/>
              </a:ext>
            </a:extLst>
          </p:cNvPr>
          <p:cNvSpPr txBox="1"/>
          <p:nvPr/>
        </p:nvSpPr>
        <p:spPr>
          <a:xfrm>
            <a:off x="4701428" y="2816457"/>
            <a:ext cx="1092685" cy="22101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36000" rIns="36000" bIns="0" rtlCol="0" anchor="ctr">
            <a:spAutoFit/>
          </a:bodyPr>
          <a:lstStyle/>
          <a:p>
            <a:pPr algn="ctr"/>
            <a:r>
              <a:rPr kumimoji="1" lang="ja-JP" altLang="en-US" sz="1200" dirty="0"/>
              <a:t>メール既読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28F960F-A336-3662-ED30-3A8F764838A2}"/>
              </a:ext>
            </a:extLst>
          </p:cNvPr>
          <p:cNvSpPr txBox="1"/>
          <p:nvPr/>
        </p:nvSpPr>
        <p:spPr>
          <a:xfrm>
            <a:off x="6112670" y="2816457"/>
            <a:ext cx="1092685" cy="22101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36000" rIns="36000" bIns="0" rtlCol="0" anchor="ctr">
            <a:spAutoFit/>
          </a:bodyPr>
          <a:lstStyle/>
          <a:p>
            <a:pPr algn="ctr"/>
            <a:r>
              <a:rPr kumimoji="1" lang="ja-JP" altLang="en-US" sz="1200" dirty="0"/>
              <a:t>閲覧期限切れ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AE9D94B1-122A-B3DE-D570-99D565B86718}"/>
              </a:ext>
            </a:extLst>
          </p:cNvPr>
          <p:cNvSpPr txBox="1"/>
          <p:nvPr/>
        </p:nvSpPr>
        <p:spPr>
          <a:xfrm>
            <a:off x="9411391" y="5991276"/>
            <a:ext cx="1092685" cy="22101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36000" rIns="36000" bIns="0" rtlCol="0" anchor="ctr">
            <a:spAutoFit/>
          </a:bodyPr>
          <a:lstStyle/>
          <a:p>
            <a:pPr algn="ctr"/>
            <a:r>
              <a:rPr lang="ja-JP" altLang="en-US" sz="1200" dirty="0"/>
              <a:t>手動</a:t>
            </a:r>
            <a:r>
              <a:rPr kumimoji="1" lang="ja-JP" altLang="en-US" sz="1200" dirty="0"/>
              <a:t>終了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0283F454-AFA7-69C2-B508-DDCFD4B4ED0A}"/>
              </a:ext>
            </a:extLst>
          </p:cNvPr>
          <p:cNvSpPr txBox="1"/>
          <p:nvPr/>
        </p:nvSpPr>
        <p:spPr>
          <a:xfrm>
            <a:off x="5046563" y="6216767"/>
            <a:ext cx="1092685" cy="22101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36000" rIns="36000" bIns="0" rtlCol="0" anchor="ctr">
            <a:spAutoFit/>
          </a:bodyPr>
          <a:lstStyle/>
          <a:p>
            <a:pPr algn="ctr"/>
            <a:r>
              <a:rPr kumimoji="1" lang="ja-JP" altLang="en-US" sz="1200" dirty="0"/>
              <a:t>自動終了</a:t>
            </a:r>
          </a:p>
        </p:txBody>
      </p:sp>
      <p:cxnSp>
        <p:nvCxnSpPr>
          <p:cNvPr id="20" name="コネクタ: カギ線 19">
            <a:extLst>
              <a:ext uri="{FF2B5EF4-FFF2-40B4-BE49-F238E27FC236}">
                <a16:creationId xmlns:a16="http://schemas.microsoft.com/office/drawing/2014/main" id="{74AC11E0-420F-40F2-901A-4F8D3590A032}"/>
              </a:ext>
            </a:extLst>
          </p:cNvPr>
          <p:cNvCxnSpPr>
            <a:stCxn id="8" idx="2"/>
            <a:endCxn id="18" idx="0"/>
          </p:cNvCxnSpPr>
          <p:nvPr/>
        </p:nvCxnSpPr>
        <p:spPr>
          <a:xfrm rot="16200000" flipH="1">
            <a:off x="3125071" y="3748932"/>
            <a:ext cx="3179292" cy="175637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コネクタ: カギ線 20">
            <a:extLst>
              <a:ext uri="{FF2B5EF4-FFF2-40B4-BE49-F238E27FC236}">
                <a16:creationId xmlns:a16="http://schemas.microsoft.com/office/drawing/2014/main" id="{B11EBCC7-17E4-4A31-6C0F-B44F631831F8}"/>
              </a:ext>
            </a:extLst>
          </p:cNvPr>
          <p:cNvCxnSpPr>
            <a:cxnSpLocks/>
            <a:stCxn id="9" idx="2"/>
            <a:endCxn id="18" idx="0"/>
          </p:cNvCxnSpPr>
          <p:nvPr/>
        </p:nvCxnSpPr>
        <p:spPr>
          <a:xfrm rot="16200000" flipH="1">
            <a:off x="3830692" y="4454553"/>
            <a:ext cx="3179292" cy="34513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コネクタ: カギ線 23">
            <a:extLst>
              <a:ext uri="{FF2B5EF4-FFF2-40B4-BE49-F238E27FC236}">
                <a16:creationId xmlns:a16="http://schemas.microsoft.com/office/drawing/2014/main" id="{2D2FA836-4835-D551-EF7E-2533F216305B}"/>
              </a:ext>
            </a:extLst>
          </p:cNvPr>
          <p:cNvCxnSpPr>
            <a:cxnSpLocks/>
            <a:stCxn id="5" idx="4"/>
            <a:endCxn id="18" idx="0"/>
          </p:cNvCxnSpPr>
          <p:nvPr/>
        </p:nvCxnSpPr>
        <p:spPr>
          <a:xfrm rot="5400000">
            <a:off x="5010696" y="4757828"/>
            <a:ext cx="2041150" cy="876729"/>
          </a:xfrm>
          <a:prstGeom prst="bentConnector3">
            <a:avLst>
              <a:gd name="adj1" fmla="val 2207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CD626DB1-03ED-FC7F-9BD5-8E3EB37B4CFC}"/>
              </a:ext>
            </a:extLst>
          </p:cNvPr>
          <p:cNvSpPr txBox="1"/>
          <p:nvPr/>
        </p:nvSpPr>
        <p:spPr>
          <a:xfrm>
            <a:off x="8935154" y="2816457"/>
            <a:ext cx="1092685" cy="22101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36000" rIns="36000" bIns="0" rtlCol="0" anchor="ctr">
            <a:spAutoFit/>
          </a:bodyPr>
          <a:lstStyle/>
          <a:p>
            <a:pPr algn="ctr"/>
            <a:r>
              <a:rPr lang="ja-JP" altLang="en-US" sz="1200" dirty="0"/>
              <a:t>スタッフ</a:t>
            </a:r>
            <a:r>
              <a:rPr kumimoji="1" lang="ja-JP" altLang="en-US" sz="1200" dirty="0"/>
              <a:t>取下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91F8132B-003F-A9C5-BE43-3C640C9053F4}"/>
              </a:ext>
            </a:extLst>
          </p:cNvPr>
          <p:cNvSpPr txBox="1"/>
          <p:nvPr/>
        </p:nvSpPr>
        <p:spPr>
          <a:xfrm>
            <a:off x="7523912" y="2816457"/>
            <a:ext cx="1092685" cy="22101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36000" rIns="36000" bIns="0" rtlCol="0" anchor="ctr">
            <a:spAutoFit/>
          </a:bodyPr>
          <a:lstStyle/>
          <a:p>
            <a:pPr algn="ctr"/>
            <a:r>
              <a:rPr kumimoji="1" lang="en-US" altLang="ja-JP" sz="1200" dirty="0"/>
              <a:t>URL</a:t>
            </a:r>
            <a:r>
              <a:rPr kumimoji="1" lang="ja-JP" altLang="en-US" sz="1200" dirty="0"/>
              <a:t>取下</a:t>
            </a:r>
          </a:p>
        </p:txBody>
      </p:sp>
      <p:cxnSp>
        <p:nvCxnSpPr>
          <p:cNvPr id="37" name="コネクタ: カギ線 36">
            <a:extLst>
              <a:ext uri="{FF2B5EF4-FFF2-40B4-BE49-F238E27FC236}">
                <a16:creationId xmlns:a16="http://schemas.microsoft.com/office/drawing/2014/main" id="{0F03504E-23B5-79B8-23F8-D04EEFB78AAF}"/>
              </a:ext>
            </a:extLst>
          </p:cNvPr>
          <p:cNvCxnSpPr>
            <a:cxnSpLocks/>
            <a:stCxn id="36" idx="2"/>
            <a:endCxn id="18" idx="0"/>
          </p:cNvCxnSpPr>
          <p:nvPr/>
        </p:nvCxnSpPr>
        <p:spPr>
          <a:xfrm rot="5400000">
            <a:off x="5241935" y="3388447"/>
            <a:ext cx="3179292" cy="247734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80E2BB69-B695-3DAA-724D-E1D89A183A0F}"/>
              </a:ext>
            </a:extLst>
          </p:cNvPr>
          <p:cNvSpPr txBox="1"/>
          <p:nvPr/>
        </p:nvSpPr>
        <p:spPr>
          <a:xfrm>
            <a:off x="1825177" y="2803684"/>
            <a:ext cx="1092685" cy="22101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36000" rIns="36000" bIns="0" rtlCol="0" anchor="ctr">
            <a:spAutoFit/>
          </a:bodyPr>
          <a:lstStyle/>
          <a:p>
            <a:pPr algn="ctr"/>
            <a:r>
              <a:rPr lang="ja-JP" altLang="en-US" sz="1200" dirty="0"/>
              <a:t>担当設定</a:t>
            </a:r>
            <a:endParaRPr kumimoji="1" lang="ja-JP" altLang="en-US" sz="1200" dirty="0"/>
          </a:p>
        </p:txBody>
      </p:sp>
      <p:cxnSp>
        <p:nvCxnSpPr>
          <p:cNvPr id="74" name="コネクタ: 曲線 73">
            <a:extLst>
              <a:ext uri="{FF2B5EF4-FFF2-40B4-BE49-F238E27FC236}">
                <a16:creationId xmlns:a16="http://schemas.microsoft.com/office/drawing/2014/main" id="{7FAE006F-013F-398B-19A3-CBCED60CF506}"/>
              </a:ext>
            </a:extLst>
          </p:cNvPr>
          <p:cNvCxnSpPr>
            <a:cxnSpLocks/>
            <a:stCxn id="150" idx="0"/>
            <a:endCxn id="9" idx="0"/>
          </p:cNvCxnSpPr>
          <p:nvPr/>
        </p:nvCxnSpPr>
        <p:spPr>
          <a:xfrm rot="16200000" flipH="1">
            <a:off x="4592206" y="2160893"/>
            <a:ext cx="6350" cy="1304779"/>
          </a:xfrm>
          <a:prstGeom prst="curvedConnector3">
            <a:avLst>
              <a:gd name="adj1" fmla="val -636366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コネクタ: 曲線 74">
            <a:extLst>
              <a:ext uri="{FF2B5EF4-FFF2-40B4-BE49-F238E27FC236}">
                <a16:creationId xmlns:a16="http://schemas.microsoft.com/office/drawing/2014/main" id="{CA142FD4-8857-2C9C-E9A9-41194A516FD0}"/>
              </a:ext>
            </a:extLst>
          </p:cNvPr>
          <p:cNvCxnSpPr>
            <a:cxnSpLocks/>
            <a:stCxn id="9" idx="0"/>
            <a:endCxn id="11" idx="0"/>
          </p:cNvCxnSpPr>
          <p:nvPr/>
        </p:nvCxnSpPr>
        <p:spPr>
          <a:xfrm rot="5400000" flipH="1" flipV="1">
            <a:off x="5953392" y="2110836"/>
            <a:ext cx="12700" cy="1411242"/>
          </a:xfrm>
          <a:prstGeom prst="curvedConnector3">
            <a:avLst>
              <a:gd name="adj1" fmla="val 274545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コネクタ: 曲線 77">
            <a:extLst>
              <a:ext uri="{FF2B5EF4-FFF2-40B4-BE49-F238E27FC236}">
                <a16:creationId xmlns:a16="http://schemas.microsoft.com/office/drawing/2014/main" id="{04E45F4C-C616-1F5F-9B23-AC33D5D3C9DA}"/>
              </a:ext>
            </a:extLst>
          </p:cNvPr>
          <p:cNvCxnSpPr>
            <a:cxnSpLocks/>
            <a:stCxn id="150" idx="0"/>
            <a:endCxn id="36" idx="0"/>
          </p:cNvCxnSpPr>
          <p:nvPr/>
        </p:nvCxnSpPr>
        <p:spPr>
          <a:xfrm rot="16200000" flipH="1">
            <a:off x="6003448" y="749651"/>
            <a:ext cx="6350" cy="4127263"/>
          </a:xfrm>
          <a:prstGeom prst="curvedConnector3">
            <a:avLst>
              <a:gd name="adj1" fmla="val -1705453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コネクタ: 曲線 87">
            <a:extLst>
              <a:ext uri="{FF2B5EF4-FFF2-40B4-BE49-F238E27FC236}">
                <a16:creationId xmlns:a16="http://schemas.microsoft.com/office/drawing/2014/main" id="{DB59D997-4CF0-D588-D778-26502333E210}"/>
              </a:ext>
            </a:extLst>
          </p:cNvPr>
          <p:cNvCxnSpPr>
            <a:cxnSpLocks/>
            <a:stCxn id="150" idx="0"/>
            <a:endCxn id="11" idx="0"/>
          </p:cNvCxnSpPr>
          <p:nvPr/>
        </p:nvCxnSpPr>
        <p:spPr>
          <a:xfrm rot="16200000" flipH="1">
            <a:off x="5297827" y="1455272"/>
            <a:ext cx="6350" cy="2716021"/>
          </a:xfrm>
          <a:prstGeom prst="curvedConnector3">
            <a:avLst>
              <a:gd name="adj1" fmla="val -1254548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正方形/長方形 93">
            <a:extLst>
              <a:ext uri="{FF2B5EF4-FFF2-40B4-BE49-F238E27FC236}">
                <a16:creationId xmlns:a16="http://schemas.microsoft.com/office/drawing/2014/main" id="{E457D61B-7E9F-E0D8-E25E-56B5710B3B5A}"/>
              </a:ext>
            </a:extLst>
          </p:cNvPr>
          <p:cNvSpPr/>
          <p:nvPr/>
        </p:nvSpPr>
        <p:spPr>
          <a:xfrm>
            <a:off x="9501302" y="5304329"/>
            <a:ext cx="899666" cy="18780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000" b="1" dirty="0">
                <a:solidFill>
                  <a:schemeClr val="tx1"/>
                </a:solidFill>
              </a:rPr>
              <a:t>終了ボタン</a:t>
            </a:r>
          </a:p>
        </p:txBody>
      </p:sp>
      <p:cxnSp>
        <p:nvCxnSpPr>
          <p:cNvPr id="135" name="直線矢印コネクタ 134">
            <a:extLst>
              <a:ext uri="{FF2B5EF4-FFF2-40B4-BE49-F238E27FC236}">
                <a16:creationId xmlns:a16="http://schemas.microsoft.com/office/drawing/2014/main" id="{506D1AD6-17EC-7F67-1607-9E66E72DF373}"/>
              </a:ext>
            </a:extLst>
          </p:cNvPr>
          <p:cNvCxnSpPr>
            <a:stCxn id="94" idx="2"/>
            <a:endCxn id="16" idx="0"/>
          </p:cNvCxnSpPr>
          <p:nvPr/>
        </p:nvCxnSpPr>
        <p:spPr>
          <a:xfrm>
            <a:off x="9951135" y="5492133"/>
            <a:ext cx="6599" cy="4991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テキスト ボックス 138">
            <a:extLst>
              <a:ext uri="{FF2B5EF4-FFF2-40B4-BE49-F238E27FC236}">
                <a16:creationId xmlns:a16="http://schemas.microsoft.com/office/drawing/2014/main" id="{469F3BEA-0548-77EE-E2C0-5BDD944C4DEE}"/>
              </a:ext>
            </a:extLst>
          </p:cNvPr>
          <p:cNvSpPr txBox="1"/>
          <p:nvPr/>
        </p:nvSpPr>
        <p:spPr>
          <a:xfrm>
            <a:off x="425672" y="2810107"/>
            <a:ext cx="1092685" cy="22101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36000" rIns="36000" bIns="0" rtlCol="0" anchor="ctr">
            <a:spAutoFit/>
          </a:bodyPr>
          <a:lstStyle/>
          <a:p>
            <a:pPr algn="ctr"/>
            <a:r>
              <a:rPr kumimoji="1" lang="en-US" altLang="ja-JP" sz="1200" dirty="0"/>
              <a:t>WEB</a:t>
            </a:r>
            <a:r>
              <a:rPr kumimoji="1" lang="ja-JP" altLang="en-US" sz="1200" dirty="0"/>
              <a:t>取下</a:t>
            </a:r>
          </a:p>
        </p:txBody>
      </p:sp>
      <p:sp>
        <p:nvSpPr>
          <p:cNvPr id="150" name="四角形: 角を丸くする 149">
            <a:extLst>
              <a:ext uri="{FF2B5EF4-FFF2-40B4-BE49-F238E27FC236}">
                <a16:creationId xmlns:a16="http://schemas.microsoft.com/office/drawing/2014/main" id="{D687D8C2-2764-04A4-946F-C49D62A3326B}"/>
              </a:ext>
            </a:extLst>
          </p:cNvPr>
          <p:cNvSpPr/>
          <p:nvPr/>
        </p:nvSpPr>
        <p:spPr>
          <a:xfrm>
            <a:off x="3920132" y="2810107"/>
            <a:ext cx="45719" cy="4571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9" name="コネクタ: カギ線 158">
            <a:extLst>
              <a:ext uri="{FF2B5EF4-FFF2-40B4-BE49-F238E27FC236}">
                <a16:creationId xmlns:a16="http://schemas.microsoft.com/office/drawing/2014/main" id="{C6B5BAA8-99C8-9008-5252-27F93CA3192A}"/>
              </a:ext>
            </a:extLst>
          </p:cNvPr>
          <p:cNvCxnSpPr>
            <a:cxnSpLocks/>
            <a:stCxn id="139" idx="2"/>
            <a:endCxn id="18" idx="0"/>
          </p:cNvCxnSpPr>
          <p:nvPr/>
        </p:nvCxnSpPr>
        <p:spPr>
          <a:xfrm rot="16200000" flipH="1">
            <a:off x="1689639" y="2313500"/>
            <a:ext cx="3185642" cy="462089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コネクタ: 曲線 163">
            <a:extLst>
              <a:ext uri="{FF2B5EF4-FFF2-40B4-BE49-F238E27FC236}">
                <a16:creationId xmlns:a16="http://schemas.microsoft.com/office/drawing/2014/main" id="{78107CF6-0EE9-181F-6081-3C1CD855B863}"/>
              </a:ext>
            </a:extLst>
          </p:cNvPr>
          <p:cNvCxnSpPr>
            <a:cxnSpLocks/>
            <a:stCxn id="9" idx="0"/>
            <a:endCxn id="31" idx="0"/>
          </p:cNvCxnSpPr>
          <p:nvPr/>
        </p:nvCxnSpPr>
        <p:spPr>
          <a:xfrm rot="5400000" flipH="1" flipV="1">
            <a:off x="7364634" y="699594"/>
            <a:ext cx="12700" cy="4233726"/>
          </a:xfrm>
          <a:prstGeom prst="curvedConnector3">
            <a:avLst>
              <a:gd name="adj1" fmla="val 892727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コネクタ: 曲線 167">
            <a:extLst>
              <a:ext uri="{FF2B5EF4-FFF2-40B4-BE49-F238E27FC236}">
                <a16:creationId xmlns:a16="http://schemas.microsoft.com/office/drawing/2014/main" id="{B7C3FF5E-24AF-B01F-6308-CD131D93CCDA}"/>
              </a:ext>
            </a:extLst>
          </p:cNvPr>
          <p:cNvCxnSpPr>
            <a:cxnSpLocks/>
            <a:stCxn id="9" idx="0"/>
            <a:endCxn id="36" idx="0"/>
          </p:cNvCxnSpPr>
          <p:nvPr/>
        </p:nvCxnSpPr>
        <p:spPr>
          <a:xfrm rot="5400000" flipH="1" flipV="1">
            <a:off x="6659013" y="1405215"/>
            <a:ext cx="12700" cy="2822484"/>
          </a:xfrm>
          <a:prstGeom prst="curvedConnector3">
            <a:avLst>
              <a:gd name="adj1" fmla="val 54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コネクタ: 曲線 171">
            <a:extLst>
              <a:ext uri="{FF2B5EF4-FFF2-40B4-BE49-F238E27FC236}">
                <a16:creationId xmlns:a16="http://schemas.microsoft.com/office/drawing/2014/main" id="{C6A2F716-FD3D-FE3D-0AF3-8B91C8144067}"/>
              </a:ext>
            </a:extLst>
          </p:cNvPr>
          <p:cNvCxnSpPr>
            <a:cxnSpLocks/>
            <a:stCxn id="42" idx="0"/>
            <a:endCxn id="139" idx="0"/>
          </p:cNvCxnSpPr>
          <p:nvPr/>
        </p:nvCxnSpPr>
        <p:spPr>
          <a:xfrm rot="16200000" flipH="1" flipV="1">
            <a:off x="1668556" y="2107142"/>
            <a:ext cx="6423" cy="1399505"/>
          </a:xfrm>
          <a:prstGeom prst="curvedConnector3">
            <a:avLst>
              <a:gd name="adj1" fmla="val -585991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コネクタ: 曲線 174">
            <a:extLst>
              <a:ext uri="{FF2B5EF4-FFF2-40B4-BE49-F238E27FC236}">
                <a16:creationId xmlns:a16="http://schemas.microsoft.com/office/drawing/2014/main" id="{017F1659-9F21-E40B-5371-10E143520030}"/>
              </a:ext>
            </a:extLst>
          </p:cNvPr>
          <p:cNvCxnSpPr>
            <a:cxnSpLocks/>
            <a:stCxn id="42" idx="0"/>
            <a:endCxn id="8" idx="0"/>
          </p:cNvCxnSpPr>
          <p:nvPr/>
        </p:nvCxnSpPr>
        <p:spPr>
          <a:xfrm rot="16200000" flipH="1">
            <a:off x="3097637" y="2077566"/>
            <a:ext cx="12773" cy="1465009"/>
          </a:xfrm>
          <a:prstGeom prst="curvedConnector3">
            <a:avLst>
              <a:gd name="adj1" fmla="val -178971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テキスト ボックス 188">
            <a:extLst>
              <a:ext uri="{FF2B5EF4-FFF2-40B4-BE49-F238E27FC236}">
                <a16:creationId xmlns:a16="http://schemas.microsoft.com/office/drawing/2014/main" id="{C007C447-506B-68D0-E814-188E9B74438C}"/>
              </a:ext>
            </a:extLst>
          </p:cNvPr>
          <p:cNvSpPr txBox="1"/>
          <p:nvPr/>
        </p:nvSpPr>
        <p:spPr>
          <a:xfrm>
            <a:off x="429127" y="176011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状態遷移（全パターン）</a:t>
            </a:r>
          </a:p>
        </p:txBody>
      </p:sp>
      <p:cxnSp>
        <p:nvCxnSpPr>
          <p:cNvPr id="216" name="コネクタ: 曲線 215">
            <a:extLst>
              <a:ext uri="{FF2B5EF4-FFF2-40B4-BE49-F238E27FC236}">
                <a16:creationId xmlns:a16="http://schemas.microsoft.com/office/drawing/2014/main" id="{C4FE0426-5C66-D6D8-4CDB-83E40CFF8A71}"/>
              </a:ext>
            </a:extLst>
          </p:cNvPr>
          <p:cNvCxnSpPr>
            <a:cxnSpLocks/>
            <a:stCxn id="31" idx="2"/>
            <a:endCxn id="42" idx="2"/>
          </p:cNvCxnSpPr>
          <p:nvPr/>
        </p:nvCxnSpPr>
        <p:spPr>
          <a:xfrm rot="5400000" flipH="1">
            <a:off x="5920122" y="-523899"/>
            <a:ext cx="12773" cy="7109977"/>
          </a:xfrm>
          <a:prstGeom prst="curvedConnector3">
            <a:avLst>
              <a:gd name="adj1" fmla="val -5513756"/>
            </a:avLst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テキスト ボックス 222">
            <a:extLst>
              <a:ext uri="{FF2B5EF4-FFF2-40B4-BE49-F238E27FC236}">
                <a16:creationId xmlns:a16="http://schemas.microsoft.com/office/drawing/2014/main" id="{A017588F-1325-03B9-A151-525E05C83524}"/>
              </a:ext>
            </a:extLst>
          </p:cNvPr>
          <p:cNvSpPr txBox="1"/>
          <p:nvPr/>
        </p:nvSpPr>
        <p:spPr>
          <a:xfrm>
            <a:off x="10346396" y="2810107"/>
            <a:ext cx="1411495" cy="22101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36000" rIns="36000" bIns="0" rtlCol="0" anchor="ctr">
            <a:spAutoFit/>
          </a:bodyPr>
          <a:lstStyle/>
          <a:p>
            <a:pPr algn="ctr"/>
            <a:r>
              <a:rPr lang="ja-JP" altLang="en-US" sz="1200" dirty="0"/>
              <a:t>スタッフ</a:t>
            </a:r>
            <a:r>
              <a:rPr kumimoji="1" lang="ja-JP" altLang="en-US" sz="1200" dirty="0"/>
              <a:t>取下</a:t>
            </a:r>
            <a:r>
              <a:rPr lang="ja-JP" altLang="en-US" sz="1200" dirty="0"/>
              <a:t>中止</a:t>
            </a:r>
            <a:endParaRPr kumimoji="1" lang="ja-JP" altLang="en-US" sz="1200" dirty="0"/>
          </a:p>
        </p:txBody>
      </p:sp>
      <p:sp>
        <p:nvSpPr>
          <p:cNvPr id="243" name="四角形: 角を丸くする 242">
            <a:extLst>
              <a:ext uri="{FF2B5EF4-FFF2-40B4-BE49-F238E27FC236}">
                <a16:creationId xmlns:a16="http://schemas.microsoft.com/office/drawing/2014/main" id="{9B1628EB-34E4-9A9C-FA9E-20701CE57FF9}"/>
              </a:ext>
            </a:extLst>
          </p:cNvPr>
          <p:cNvSpPr/>
          <p:nvPr/>
        </p:nvSpPr>
        <p:spPr>
          <a:xfrm>
            <a:off x="3920131" y="2990140"/>
            <a:ext cx="45719" cy="4571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53" name="コネクタ: 曲線 252">
            <a:extLst>
              <a:ext uri="{FF2B5EF4-FFF2-40B4-BE49-F238E27FC236}">
                <a16:creationId xmlns:a16="http://schemas.microsoft.com/office/drawing/2014/main" id="{B3519940-5F01-24AC-AAB0-CE64E1082CDE}"/>
              </a:ext>
            </a:extLst>
          </p:cNvPr>
          <p:cNvCxnSpPr>
            <a:cxnSpLocks/>
            <a:stCxn id="41" idx="0"/>
            <a:endCxn id="8" idx="0"/>
          </p:cNvCxnSpPr>
          <p:nvPr/>
        </p:nvCxnSpPr>
        <p:spPr>
          <a:xfrm rot="16200000" flipH="1" flipV="1">
            <a:off x="7447651" y="-842153"/>
            <a:ext cx="47488" cy="7269732"/>
          </a:xfrm>
          <a:prstGeom prst="curvedConnector3">
            <a:avLst>
              <a:gd name="adj1" fmla="val -4225489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コネクタ: 曲線 259">
            <a:extLst>
              <a:ext uri="{FF2B5EF4-FFF2-40B4-BE49-F238E27FC236}">
                <a16:creationId xmlns:a16="http://schemas.microsoft.com/office/drawing/2014/main" id="{EAE258B8-1098-7C82-CD59-1543E1CB937C}"/>
              </a:ext>
            </a:extLst>
          </p:cNvPr>
          <p:cNvCxnSpPr>
            <a:cxnSpLocks/>
            <a:stCxn id="150" idx="0"/>
            <a:endCxn id="31" idx="0"/>
          </p:cNvCxnSpPr>
          <p:nvPr/>
        </p:nvCxnSpPr>
        <p:spPr>
          <a:xfrm rot="16200000" flipH="1">
            <a:off x="6709069" y="44030"/>
            <a:ext cx="6350" cy="5538505"/>
          </a:xfrm>
          <a:prstGeom prst="curvedConnector3">
            <a:avLst>
              <a:gd name="adj1" fmla="val -23527307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4" name="四角形: 角を丸くする 263">
            <a:extLst>
              <a:ext uri="{FF2B5EF4-FFF2-40B4-BE49-F238E27FC236}">
                <a16:creationId xmlns:a16="http://schemas.microsoft.com/office/drawing/2014/main" id="{ED5AD9A6-AB2D-E7D4-BBE2-3C80DABB9701}"/>
              </a:ext>
            </a:extLst>
          </p:cNvPr>
          <p:cNvSpPr/>
          <p:nvPr/>
        </p:nvSpPr>
        <p:spPr>
          <a:xfrm>
            <a:off x="9530634" y="2801333"/>
            <a:ext cx="45719" cy="4571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79" name="コネクタ: 曲線 278">
            <a:extLst>
              <a:ext uri="{FF2B5EF4-FFF2-40B4-BE49-F238E27FC236}">
                <a16:creationId xmlns:a16="http://schemas.microsoft.com/office/drawing/2014/main" id="{E70C8EB3-EF14-C41C-1BAF-0C1752CEA063}"/>
              </a:ext>
            </a:extLst>
          </p:cNvPr>
          <p:cNvCxnSpPr>
            <a:cxnSpLocks/>
            <a:stCxn id="264" idx="0"/>
            <a:endCxn id="223" idx="0"/>
          </p:cNvCxnSpPr>
          <p:nvPr/>
        </p:nvCxnSpPr>
        <p:spPr>
          <a:xfrm rot="16200000" flipH="1">
            <a:off x="10298432" y="2056395"/>
            <a:ext cx="8774" cy="1498650"/>
          </a:xfrm>
          <a:prstGeom prst="curvedConnector3">
            <a:avLst>
              <a:gd name="adj1" fmla="val -6605676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F55EBC92-AD5E-FD36-2A3D-08A0FA90CF16}"/>
              </a:ext>
            </a:extLst>
          </p:cNvPr>
          <p:cNvSpPr/>
          <p:nvPr/>
        </p:nvSpPr>
        <p:spPr>
          <a:xfrm>
            <a:off x="11083401" y="2768969"/>
            <a:ext cx="45719" cy="4571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" name="直線矢印コネクタ 3">
            <a:extLst>
              <a:ext uri="{FF2B5EF4-FFF2-40B4-BE49-F238E27FC236}">
                <a16:creationId xmlns:a16="http://schemas.microsoft.com/office/drawing/2014/main" id="{14A3C526-CC76-F13A-7C14-F2576E6B2604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2360738" y="1490539"/>
            <a:ext cx="10781" cy="1000874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CED8616-B299-4672-0AAB-8676D09971CA}"/>
              </a:ext>
            </a:extLst>
          </p:cNvPr>
          <p:cNvSpPr txBox="1"/>
          <p:nvPr/>
        </p:nvSpPr>
        <p:spPr>
          <a:xfrm>
            <a:off x="1825176" y="1269521"/>
            <a:ext cx="1092685" cy="22101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36000" rIns="36000" bIns="0" rtlCol="0" anchor="ctr">
            <a:spAutoFit/>
          </a:bodyPr>
          <a:lstStyle/>
          <a:p>
            <a:pPr algn="ctr"/>
            <a:r>
              <a:rPr kumimoji="1" lang="ja-JP" altLang="en-US" sz="1200" dirty="0"/>
              <a:t>新着</a:t>
            </a:r>
          </a:p>
        </p:txBody>
      </p:sp>
      <p:cxnSp>
        <p:nvCxnSpPr>
          <p:cNvPr id="3" name="コネクタ: 曲線 2">
            <a:extLst>
              <a:ext uri="{FF2B5EF4-FFF2-40B4-BE49-F238E27FC236}">
                <a16:creationId xmlns:a16="http://schemas.microsoft.com/office/drawing/2014/main" id="{84AB7E77-7173-DF2B-A208-E24B13F27C63}"/>
              </a:ext>
            </a:extLst>
          </p:cNvPr>
          <p:cNvCxnSpPr>
            <a:stCxn id="11" idx="2"/>
            <a:endCxn id="8" idx="2"/>
          </p:cNvCxnSpPr>
          <p:nvPr/>
        </p:nvCxnSpPr>
        <p:spPr>
          <a:xfrm rot="5400000">
            <a:off x="5247771" y="1626233"/>
            <a:ext cx="12700" cy="2822484"/>
          </a:xfrm>
          <a:prstGeom prst="curvedConnector3">
            <a:avLst>
              <a:gd name="adj1" fmla="val 286547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5D324EC-B938-D242-DA59-DBB7ECAFE428}"/>
              </a:ext>
            </a:extLst>
          </p:cNvPr>
          <p:cNvSpPr txBox="1"/>
          <p:nvPr/>
        </p:nvSpPr>
        <p:spPr>
          <a:xfrm>
            <a:off x="5391699" y="3245793"/>
            <a:ext cx="1092685" cy="22101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36000" rIns="36000" bIns="0" rtlCol="0" anchor="ctr">
            <a:spAutoFit/>
          </a:bodyPr>
          <a:lstStyle/>
          <a:p>
            <a:pPr algn="ctr"/>
            <a:r>
              <a:rPr lang="ja-JP" altLang="en-US" sz="1200" dirty="0"/>
              <a:t>再依頼</a:t>
            </a:r>
            <a:endParaRPr kumimoji="1" lang="ja-JP" altLang="en-US" sz="120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8CBB2D4-AF9C-B996-41E5-DDBEF0D5F8E6}"/>
              </a:ext>
            </a:extLst>
          </p:cNvPr>
          <p:cNvSpPr txBox="1"/>
          <p:nvPr/>
        </p:nvSpPr>
        <p:spPr>
          <a:xfrm>
            <a:off x="5420338" y="3436427"/>
            <a:ext cx="10054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800" dirty="0"/>
              <a:t>※</a:t>
            </a:r>
            <a:r>
              <a:rPr kumimoji="1" lang="ja-JP" altLang="en-US" sz="800" dirty="0"/>
              <a:t>当日中のみ可能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A9A864B-A0BD-5617-7FD4-C5E5FA76D7C6}"/>
              </a:ext>
            </a:extLst>
          </p:cNvPr>
          <p:cNvSpPr txBox="1"/>
          <p:nvPr/>
        </p:nvSpPr>
        <p:spPr>
          <a:xfrm>
            <a:off x="279823" y="3091430"/>
            <a:ext cx="142347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 dirty="0"/>
              <a:t>申込者による取り下げ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766DF51-022E-3D28-DAF6-AED12EAA40CB}"/>
              </a:ext>
            </a:extLst>
          </p:cNvPr>
          <p:cNvSpPr txBox="1"/>
          <p:nvPr/>
        </p:nvSpPr>
        <p:spPr>
          <a:xfrm>
            <a:off x="7411186" y="3053468"/>
            <a:ext cx="142347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 dirty="0"/>
              <a:t>申込者による取り下げ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3848DC90-F7DC-BC9D-39BC-DE843E356DB4}"/>
              </a:ext>
            </a:extLst>
          </p:cNvPr>
          <p:cNvSpPr txBox="1"/>
          <p:nvPr/>
        </p:nvSpPr>
        <p:spPr>
          <a:xfrm>
            <a:off x="6900053" y="4275996"/>
            <a:ext cx="9028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800" dirty="0"/>
              <a:t>すぐに</a:t>
            </a:r>
            <a:endParaRPr lang="en-US" altLang="ja-JP" sz="800" dirty="0"/>
          </a:p>
          <a:p>
            <a:r>
              <a:rPr lang="ja-JP" altLang="en-US" sz="800" dirty="0"/>
              <a:t>次の</a:t>
            </a:r>
            <a:r>
              <a:rPr kumimoji="1" lang="ja-JP" altLang="en-US" sz="800" dirty="0"/>
              <a:t>申込み可能</a:t>
            </a:r>
          </a:p>
        </p:txBody>
      </p:sp>
      <p:sp>
        <p:nvSpPr>
          <p:cNvPr id="2" name="楕円 1">
            <a:extLst>
              <a:ext uri="{FF2B5EF4-FFF2-40B4-BE49-F238E27FC236}">
                <a16:creationId xmlns:a16="http://schemas.microsoft.com/office/drawing/2014/main" id="{EFB80468-BDF6-03E6-F266-BDCD658777C5}"/>
              </a:ext>
            </a:extLst>
          </p:cNvPr>
          <p:cNvSpPr/>
          <p:nvPr/>
        </p:nvSpPr>
        <p:spPr>
          <a:xfrm>
            <a:off x="6627630" y="3847270"/>
            <a:ext cx="58643" cy="697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9A93F1F2-3261-61AD-A669-7E42D4C1DEEF}"/>
              </a:ext>
            </a:extLst>
          </p:cNvPr>
          <p:cNvSpPr/>
          <p:nvPr/>
        </p:nvSpPr>
        <p:spPr>
          <a:xfrm>
            <a:off x="6440313" y="4105909"/>
            <a:ext cx="58643" cy="697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EB49D6F1-509D-3A03-31F3-5CCA05F7B562}"/>
              </a:ext>
            </a:extLst>
          </p:cNvPr>
          <p:cNvSpPr/>
          <p:nvPr/>
        </p:nvSpPr>
        <p:spPr>
          <a:xfrm>
            <a:off x="6822512" y="4105909"/>
            <a:ext cx="58643" cy="697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6" name="直線矢印コネクタ 45">
            <a:extLst>
              <a:ext uri="{FF2B5EF4-FFF2-40B4-BE49-F238E27FC236}">
                <a16:creationId xmlns:a16="http://schemas.microsoft.com/office/drawing/2014/main" id="{1FE55D8A-9F75-D243-B461-DB373368144C}"/>
              </a:ext>
            </a:extLst>
          </p:cNvPr>
          <p:cNvCxnSpPr>
            <a:stCxn id="11" idx="2"/>
            <a:endCxn id="2" idx="0"/>
          </p:cNvCxnSpPr>
          <p:nvPr/>
        </p:nvCxnSpPr>
        <p:spPr>
          <a:xfrm flipH="1">
            <a:off x="6656952" y="3037475"/>
            <a:ext cx="2061" cy="809795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コネクタ: カギ線 33">
            <a:extLst>
              <a:ext uri="{FF2B5EF4-FFF2-40B4-BE49-F238E27FC236}">
                <a16:creationId xmlns:a16="http://schemas.microsoft.com/office/drawing/2014/main" id="{701DE839-D939-ED76-1BC9-873E2DD6453F}"/>
              </a:ext>
            </a:extLst>
          </p:cNvPr>
          <p:cNvCxnSpPr>
            <a:cxnSpLocks/>
            <a:stCxn id="6" idx="4"/>
            <a:endCxn id="188" idx="0"/>
          </p:cNvCxnSpPr>
          <p:nvPr/>
        </p:nvCxnSpPr>
        <p:spPr>
          <a:xfrm rot="5400000">
            <a:off x="5691935" y="4070240"/>
            <a:ext cx="1054522" cy="1265277"/>
          </a:xfrm>
          <a:prstGeom prst="bentConnector3">
            <a:avLst>
              <a:gd name="adj1" fmla="val 4377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楕円 16">
            <a:extLst>
              <a:ext uri="{FF2B5EF4-FFF2-40B4-BE49-F238E27FC236}">
                <a16:creationId xmlns:a16="http://schemas.microsoft.com/office/drawing/2014/main" id="{206E4A20-7D9A-1317-CF2D-3BC5407BB2D7}"/>
              </a:ext>
            </a:extLst>
          </p:cNvPr>
          <p:cNvSpPr/>
          <p:nvPr/>
        </p:nvSpPr>
        <p:spPr>
          <a:xfrm>
            <a:off x="6413448" y="4407005"/>
            <a:ext cx="115552" cy="9729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id="{6F6DB48B-B942-01DD-C394-89B6A9EA403A}"/>
              </a:ext>
            </a:extLst>
          </p:cNvPr>
          <p:cNvCxnSpPr>
            <a:cxnSpLocks/>
            <a:stCxn id="2" idx="4"/>
            <a:endCxn id="5" idx="6"/>
          </p:cNvCxnSpPr>
          <p:nvPr/>
        </p:nvCxnSpPr>
        <p:spPr>
          <a:xfrm flipH="1">
            <a:off x="6498956" y="3916978"/>
            <a:ext cx="157996" cy="2237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1" name="図 50">
            <a:extLst>
              <a:ext uri="{FF2B5EF4-FFF2-40B4-BE49-F238E27FC236}">
                <a16:creationId xmlns:a16="http://schemas.microsoft.com/office/drawing/2014/main" id="{89894130-328B-087E-1F8B-A15C0B208A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359"/>
          <a:stretch>
            <a:fillRect/>
          </a:stretch>
        </p:blipFill>
        <p:spPr>
          <a:xfrm>
            <a:off x="6388444" y="4213619"/>
            <a:ext cx="159344" cy="139650"/>
          </a:xfrm>
          <a:prstGeom prst="rect">
            <a:avLst/>
          </a:prstGeom>
        </p:spPr>
      </p:pic>
      <p:sp>
        <p:nvSpPr>
          <p:cNvPr id="52" name="楕円 51">
            <a:extLst>
              <a:ext uri="{FF2B5EF4-FFF2-40B4-BE49-F238E27FC236}">
                <a16:creationId xmlns:a16="http://schemas.microsoft.com/office/drawing/2014/main" id="{00270E82-C840-38E5-55D2-4709BC93C252}"/>
              </a:ext>
            </a:extLst>
          </p:cNvPr>
          <p:cNvSpPr/>
          <p:nvPr/>
        </p:nvSpPr>
        <p:spPr>
          <a:xfrm>
            <a:off x="6790387" y="4410041"/>
            <a:ext cx="115552" cy="9729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楕円 53">
            <a:extLst>
              <a:ext uri="{FF2B5EF4-FFF2-40B4-BE49-F238E27FC236}">
                <a16:creationId xmlns:a16="http://schemas.microsoft.com/office/drawing/2014/main" id="{305D280B-E54A-F008-DCC1-86B96B8ECF45}"/>
              </a:ext>
            </a:extLst>
          </p:cNvPr>
          <p:cNvSpPr/>
          <p:nvPr/>
        </p:nvSpPr>
        <p:spPr>
          <a:xfrm>
            <a:off x="8012480" y="4409198"/>
            <a:ext cx="115552" cy="9729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53540EFC-A8FE-5C30-48BE-A8F54B649DCF}"/>
              </a:ext>
            </a:extLst>
          </p:cNvPr>
          <p:cNvSpPr txBox="1"/>
          <p:nvPr/>
        </p:nvSpPr>
        <p:spPr>
          <a:xfrm>
            <a:off x="1018814" y="4275996"/>
            <a:ext cx="9028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800" dirty="0"/>
              <a:t>すぐに</a:t>
            </a:r>
            <a:endParaRPr lang="en-US" altLang="ja-JP" sz="800" dirty="0"/>
          </a:p>
          <a:p>
            <a:r>
              <a:rPr lang="ja-JP" altLang="en-US" sz="800" dirty="0"/>
              <a:t>次の</a:t>
            </a:r>
            <a:r>
              <a:rPr kumimoji="1" lang="ja-JP" altLang="en-US" sz="800" dirty="0"/>
              <a:t>申込み可能</a:t>
            </a:r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2A44C85C-9577-CB81-66D2-40728B5F46AB}"/>
              </a:ext>
            </a:extLst>
          </p:cNvPr>
          <p:cNvSpPr txBox="1"/>
          <p:nvPr/>
        </p:nvSpPr>
        <p:spPr>
          <a:xfrm>
            <a:off x="8132668" y="4283444"/>
            <a:ext cx="9028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800" dirty="0"/>
              <a:t>すぐに</a:t>
            </a:r>
            <a:endParaRPr lang="en-US" altLang="ja-JP" sz="800" dirty="0"/>
          </a:p>
          <a:p>
            <a:pPr algn="ctr"/>
            <a:r>
              <a:rPr lang="ja-JP" altLang="en-US" sz="800" dirty="0"/>
              <a:t>次の</a:t>
            </a:r>
            <a:r>
              <a:rPr kumimoji="1" lang="ja-JP" altLang="en-US" sz="800" dirty="0"/>
              <a:t>申込み可能</a:t>
            </a:r>
          </a:p>
        </p:txBody>
      </p:sp>
      <p:sp>
        <p:nvSpPr>
          <p:cNvPr id="188" name="テキスト ボックス 187">
            <a:extLst>
              <a:ext uri="{FF2B5EF4-FFF2-40B4-BE49-F238E27FC236}">
                <a16:creationId xmlns:a16="http://schemas.microsoft.com/office/drawing/2014/main" id="{F30C076E-D2BD-A134-E7DF-9A408892B9CC}"/>
              </a:ext>
            </a:extLst>
          </p:cNvPr>
          <p:cNvSpPr txBox="1"/>
          <p:nvPr/>
        </p:nvSpPr>
        <p:spPr>
          <a:xfrm>
            <a:off x="5331519" y="5230139"/>
            <a:ext cx="510076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⏱</a:t>
            </a:r>
            <a:endParaRPr kumimoji="1" lang="ja-JP" altLang="en-US" sz="2800" dirty="0"/>
          </a:p>
        </p:txBody>
      </p:sp>
      <p:sp>
        <p:nvSpPr>
          <p:cNvPr id="89" name="テキスト ボックス 88">
            <a:extLst>
              <a:ext uri="{FF2B5EF4-FFF2-40B4-BE49-F238E27FC236}">
                <a16:creationId xmlns:a16="http://schemas.microsoft.com/office/drawing/2014/main" id="{7F1EE079-312D-4A57-9093-54C81042152B}"/>
              </a:ext>
            </a:extLst>
          </p:cNvPr>
          <p:cNvSpPr txBox="1"/>
          <p:nvPr/>
        </p:nvSpPr>
        <p:spPr>
          <a:xfrm>
            <a:off x="5571539" y="4286204"/>
            <a:ext cx="9028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800" dirty="0"/>
              <a:t>翌日になったら</a:t>
            </a:r>
          </a:p>
          <a:p>
            <a:r>
              <a:rPr lang="ja-JP" altLang="en-US" sz="800" dirty="0"/>
              <a:t>次の</a:t>
            </a:r>
            <a:r>
              <a:rPr kumimoji="1" lang="ja-JP" altLang="en-US" sz="800" dirty="0"/>
              <a:t>申込み可能</a:t>
            </a:r>
          </a:p>
        </p:txBody>
      </p: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681C9C71-B557-38A2-9F15-E79C97EE5FDF}"/>
              </a:ext>
            </a:extLst>
          </p:cNvPr>
          <p:cNvSpPr txBox="1"/>
          <p:nvPr/>
        </p:nvSpPr>
        <p:spPr>
          <a:xfrm>
            <a:off x="6694206" y="3841072"/>
            <a:ext cx="6767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100" dirty="0"/>
              <a:t>ボタン</a:t>
            </a:r>
            <a:endParaRPr kumimoji="1" lang="ja-JP" altLang="en-US" sz="1100" dirty="0"/>
          </a:p>
        </p:txBody>
      </p: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54C43F9D-D3B9-7184-487A-2EC24B1A3D29}"/>
              </a:ext>
            </a:extLst>
          </p:cNvPr>
          <p:cNvSpPr txBox="1"/>
          <p:nvPr/>
        </p:nvSpPr>
        <p:spPr>
          <a:xfrm>
            <a:off x="5690184" y="5392516"/>
            <a:ext cx="1107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800" dirty="0"/>
              <a:t>診療予定</a:t>
            </a:r>
            <a:r>
              <a:rPr kumimoji="1" lang="ja-JP" altLang="en-US" sz="800" dirty="0"/>
              <a:t>日になった</a:t>
            </a:r>
          </a:p>
        </p:txBody>
      </p:sp>
      <p:sp>
        <p:nvSpPr>
          <p:cNvPr id="95" name="テキスト ボックス 94">
            <a:extLst>
              <a:ext uri="{FF2B5EF4-FFF2-40B4-BE49-F238E27FC236}">
                <a16:creationId xmlns:a16="http://schemas.microsoft.com/office/drawing/2014/main" id="{0E1E6904-7953-6B24-003C-E85FB731E59B}"/>
              </a:ext>
            </a:extLst>
          </p:cNvPr>
          <p:cNvSpPr txBox="1"/>
          <p:nvPr/>
        </p:nvSpPr>
        <p:spPr>
          <a:xfrm>
            <a:off x="6383361" y="6144067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800" dirty="0"/>
              <a:t>診療予定日を過ぎたら</a:t>
            </a:r>
            <a:endParaRPr lang="en-US" altLang="ja-JP" sz="800" dirty="0"/>
          </a:p>
          <a:p>
            <a:r>
              <a:rPr lang="ja-JP" altLang="en-US" sz="800" dirty="0"/>
              <a:t>次の</a:t>
            </a:r>
            <a:r>
              <a:rPr kumimoji="1" lang="ja-JP" altLang="en-US" sz="800" dirty="0"/>
              <a:t>申込み可能</a:t>
            </a:r>
          </a:p>
        </p:txBody>
      </p:sp>
      <p:sp>
        <p:nvSpPr>
          <p:cNvPr id="99" name="テキスト ボックス 98">
            <a:extLst>
              <a:ext uri="{FF2B5EF4-FFF2-40B4-BE49-F238E27FC236}">
                <a16:creationId xmlns:a16="http://schemas.microsoft.com/office/drawing/2014/main" id="{53605AA8-2200-1AA5-3678-94F3FCFEA844}"/>
              </a:ext>
            </a:extLst>
          </p:cNvPr>
          <p:cNvSpPr txBox="1"/>
          <p:nvPr/>
        </p:nvSpPr>
        <p:spPr>
          <a:xfrm>
            <a:off x="2117249" y="1470757"/>
            <a:ext cx="451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🔒</a:t>
            </a:r>
          </a:p>
        </p:txBody>
      </p:sp>
      <p:sp>
        <p:nvSpPr>
          <p:cNvPr id="103" name="テキスト ボックス 102">
            <a:extLst>
              <a:ext uri="{FF2B5EF4-FFF2-40B4-BE49-F238E27FC236}">
                <a16:creationId xmlns:a16="http://schemas.microsoft.com/office/drawing/2014/main" id="{A5563C09-FC3D-810C-9646-CD1C1E5E1431}"/>
              </a:ext>
            </a:extLst>
          </p:cNvPr>
          <p:cNvSpPr txBox="1"/>
          <p:nvPr/>
        </p:nvSpPr>
        <p:spPr>
          <a:xfrm>
            <a:off x="713704" y="4238797"/>
            <a:ext cx="4951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🔓</a:t>
            </a:r>
          </a:p>
        </p:txBody>
      </p:sp>
      <p:sp>
        <p:nvSpPr>
          <p:cNvPr id="104" name="テキスト ボックス 103">
            <a:extLst>
              <a:ext uri="{FF2B5EF4-FFF2-40B4-BE49-F238E27FC236}">
                <a16:creationId xmlns:a16="http://schemas.microsoft.com/office/drawing/2014/main" id="{0DDB1F9B-791D-984E-0CAC-43AED049FFC6}"/>
              </a:ext>
            </a:extLst>
          </p:cNvPr>
          <p:cNvSpPr txBox="1"/>
          <p:nvPr/>
        </p:nvSpPr>
        <p:spPr>
          <a:xfrm>
            <a:off x="6061077" y="6113289"/>
            <a:ext cx="4951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🔓</a:t>
            </a:r>
          </a:p>
        </p:txBody>
      </p:sp>
      <p:sp>
        <p:nvSpPr>
          <p:cNvPr id="106" name="テキスト ボックス 105">
            <a:extLst>
              <a:ext uri="{FF2B5EF4-FFF2-40B4-BE49-F238E27FC236}">
                <a16:creationId xmlns:a16="http://schemas.microsoft.com/office/drawing/2014/main" id="{00B5B8CF-AFFC-E947-FE7B-0C7DE5464575}"/>
              </a:ext>
            </a:extLst>
          </p:cNvPr>
          <p:cNvSpPr txBox="1"/>
          <p:nvPr/>
        </p:nvSpPr>
        <p:spPr>
          <a:xfrm>
            <a:off x="7837352" y="4238797"/>
            <a:ext cx="4951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🔓</a:t>
            </a:r>
          </a:p>
        </p:txBody>
      </p:sp>
      <p:sp>
        <p:nvSpPr>
          <p:cNvPr id="107" name="テキスト ボックス 106">
            <a:extLst>
              <a:ext uri="{FF2B5EF4-FFF2-40B4-BE49-F238E27FC236}">
                <a16:creationId xmlns:a16="http://schemas.microsoft.com/office/drawing/2014/main" id="{305E349E-E078-E7D3-5DA5-007C6B0AB4EC}"/>
              </a:ext>
            </a:extLst>
          </p:cNvPr>
          <p:cNvSpPr txBox="1"/>
          <p:nvPr/>
        </p:nvSpPr>
        <p:spPr>
          <a:xfrm>
            <a:off x="6624551" y="4254518"/>
            <a:ext cx="4951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🔓</a:t>
            </a:r>
          </a:p>
        </p:txBody>
      </p:sp>
      <p:sp>
        <p:nvSpPr>
          <p:cNvPr id="108" name="テキスト ボックス 107">
            <a:extLst>
              <a:ext uri="{FF2B5EF4-FFF2-40B4-BE49-F238E27FC236}">
                <a16:creationId xmlns:a16="http://schemas.microsoft.com/office/drawing/2014/main" id="{0D82CB31-6AB8-9BE9-4CA5-B809DCF5F485}"/>
              </a:ext>
            </a:extLst>
          </p:cNvPr>
          <p:cNvSpPr txBox="1"/>
          <p:nvPr/>
        </p:nvSpPr>
        <p:spPr>
          <a:xfrm>
            <a:off x="6244841" y="4255681"/>
            <a:ext cx="4951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🔓</a:t>
            </a:r>
          </a:p>
        </p:txBody>
      </p:sp>
      <p:sp>
        <p:nvSpPr>
          <p:cNvPr id="109" name="テキスト ボックス 108">
            <a:extLst>
              <a:ext uri="{FF2B5EF4-FFF2-40B4-BE49-F238E27FC236}">
                <a16:creationId xmlns:a16="http://schemas.microsoft.com/office/drawing/2014/main" id="{53347C02-C18F-A764-F148-A32622A08859}"/>
              </a:ext>
            </a:extLst>
          </p:cNvPr>
          <p:cNvSpPr txBox="1"/>
          <p:nvPr/>
        </p:nvSpPr>
        <p:spPr>
          <a:xfrm>
            <a:off x="1132230" y="1566790"/>
            <a:ext cx="12105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800" dirty="0"/>
              <a:t>次の</a:t>
            </a:r>
            <a:r>
              <a:rPr kumimoji="1" lang="ja-JP" altLang="en-US" sz="800" dirty="0"/>
              <a:t>申込み不可にする</a:t>
            </a:r>
          </a:p>
        </p:txBody>
      </p:sp>
      <p:sp>
        <p:nvSpPr>
          <p:cNvPr id="111" name="テキスト ボックス 110">
            <a:extLst>
              <a:ext uri="{FF2B5EF4-FFF2-40B4-BE49-F238E27FC236}">
                <a16:creationId xmlns:a16="http://schemas.microsoft.com/office/drawing/2014/main" id="{8CBCC3B8-EF79-1AF5-C26E-97DC513EF140}"/>
              </a:ext>
            </a:extLst>
          </p:cNvPr>
          <p:cNvSpPr txBox="1"/>
          <p:nvPr/>
        </p:nvSpPr>
        <p:spPr>
          <a:xfrm>
            <a:off x="10418797" y="5872796"/>
            <a:ext cx="4951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🔓</a:t>
            </a:r>
          </a:p>
        </p:txBody>
      </p:sp>
      <p:sp>
        <p:nvSpPr>
          <p:cNvPr id="133" name="楕円 132">
            <a:extLst>
              <a:ext uri="{FF2B5EF4-FFF2-40B4-BE49-F238E27FC236}">
                <a16:creationId xmlns:a16="http://schemas.microsoft.com/office/drawing/2014/main" id="{7CC8EC93-A33A-4353-244D-5AC4E7F09CE2}"/>
              </a:ext>
            </a:extLst>
          </p:cNvPr>
          <p:cNvSpPr/>
          <p:nvPr/>
        </p:nvSpPr>
        <p:spPr>
          <a:xfrm>
            <a:off x="9467193" y="3861866"/>
            <a:ext cx="58643" cy="697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4" name="楕円 133">
            <a:extLst>
              <a:ext uri="{FF2B5EF4-FFF2-40B4-BE49-F238E27FC236}">
                <a16:creationId xmlns:a16="http://schemas.microsoft.com/office/drawing/2014/main" id="{473B0998-A7C4-745C-671D-2C76B1C4343B}"/>
              </a:ext>
            </a:extLst>
          </p:cNvPr>
          <p:cNvSpPr/>
          <p:nvPr/>
        </p:nvSpPr>
        <p:spPr>
          <a:xfrm>
            <a:off x="9302043" y="4094483"/>
            <a:ext cx="58643" cy="697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6" name="楕円 135">
            <a:extLst>
              <a:ext uri="{FF2B5EF4-FFF2-40B4-BE49-F238E27FC236}">
                <a16:creationId xmlns:a16="http://schemas.microsoft.com/office/drawing/2014/main" id="{29A6453B-2265-30E1-7300-BBF2A50E929D}"/>
              </a:ext>
            </a:extLst>
          </p:cNvPr>
          <p:cNvSpPr/>
          <p:nvPr/>
        </p:nvSpPr>
        <p:spPr>
          <a:xfrm>
            <a:off x="9642753" y="4092943"/>
            <a:ext cx="58643" cy="697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37" name="直線コネクタ 136">
            <a:extLst>
              <a:ext uri="{FF2B5EF4-FFF2-40B4-BE49-F238E27FC236}">
                <a16:creationId xmlns:a16="http://schemas.microsoft.com/office/drawing/2014/main" id="{3198C728-890B-9740-428E-83A9B5288D18}"/>
              </a:ext>
            </a:extLst>
          </p:cNvPr>
          <p:cNvCxnSpPr>
            <a:cxnSpLocks/>
            <a:stCxn id="133" idx="4"/>
            <a:endCxn id="134" idx="5"/>
          </p:cNvCxnSpPr>
          <p:nvPr/>
        </p:nvCxnSpPr>
        <p:spPr>
          <a:xfrm flipH="1">
            <a:off x="9352098" y="3931574"/>
            <a:ext cx="144417" cy="22240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直線矢印コネクタ 137">
            <a:extLst>
              <a:ext uri="{FF2B5EF4-FFF2-40B4-BE49-F238E27FC236}">
                <a16:creationId xmlns:a16="http://schemas.microsoft.com/office/drawing/2014/main" id="{B543AF1E-5B42-F845-1D59-97E5A1313306}"/>
              </a:ext>
            </a:extLst>
          </p:cNvPr>
          <p:cNvCxnSpPr>
            <a:cxnSpLocks/>
            <a:endCxn id="133" idx="0"/>
          </p:cNvCxnSpPr>
          <p:nvPr/>
        </p:nvCxnSpPr>
        <p:spPr>
          <a:xfrm>
            <a:off x="9491166" y="3026049"/>
            <a:ext cx="5349" cy="835817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テキスト ボックス 140">
            <a:extLst>
              <a:ext uri="{FF2B5EF4-FFF2-40B4-BE49-F238E27FC236}">
                <a16:creationId xmlns:a16="http://schemas.microsoft.com/office/drawing/2014/main" id="{EAAB106D-DCC7-CCD7-D547-6BA7CEAD872E}"/>
              </a:ext>
            </a:extLst>
          </p:cNvPr>
          <p:cNvSpPr txBox="1"/>
          <p:nvPr/>
        </p:nvSpPr>
        <p:spPr>
          <a:xfrm>
            <a:off x="9497516" y="3849272"/>
            <a:ext cx="6767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100" dirty="0"/>
              <a:t>ボタン</a:t>
            </a:r>
          </a:p>
        </p:txBody>
      </p:sp>
      <p:cxnSp>
        <p:nvCxnSpPr>
          <p:cNvPr id="143" name="直線矢印コネクタ 142">
            <a:extLst>
              <a:ext uri="{FF2B5EF4-FFF2-40B4-BE49-F238E27FC236}">
                <a16:creationId xmlns:a16="http://schemas.microsoft.com/office/drawing/2014/main" id="{A77A1588-3CA6-7BEC-88B6-FF6B38D6FA72}"/>
              </a:ext>
            </a:extLst>
          </p:cNvPr>
          <p:cNvCxnSpPr>
            <a:cxnSpLocks/>
            <a:stCxn id="134" idx="4"/>
          </p:cNvCxnSpPr>
          <p:nvPr/>
        </p:nvCxnSpPr>
        <p:spPr>
          <a:xfrm>
            <a:off x="9331365" y="4164191"/>
            <a:ext cx="0" cy="45475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直線矢印コネクタ 147">
            <a:extLst>
              <a:ext uri="{FF2B5EF4-FFF2-40B4-BE49-F238E27FC236}">
                <a16:creationId xmlns:a16="http://schemas.microsoft.com/office/drawing/2014/main" id="{7A9BB730-52C8-8040-2191-E245450B8B6C}"/>
              </a:ext>
            </a:extLst>
          </p:cNvPr>
          <p:cNvCxnSpPr>
            <a:cxnSpLocks/>
          </p:cNvCxnSpPr>
          <p:nvPr/>
        </p:nvCxnSpPr>
        <p:spPr>
          <a:xfrm>
            <a:off x="9669502" y="4164191"/>
            <a:ext cx="0" cy="45475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テキスト ボックス 139">
            <a:extLst>
              <a:ext uri="{FF2B5EF4-FFF2-40B4-BE49-F238E27FC236}">
                <a16:creationId xmlns:a16="http://schemas.microsoft.com/office/drawing/2014/main" id="{0994CE3F-BD56-B999-353F-975A7D655AAA}"/>
              </a:ext>
            </a:extLst>
          </p:cNvPr>
          <p:cNvSpPr txBox="1"/>
          <p:nvPr/>
        </p:nvSpPr>
        <p:spPr>
          <a:xfrm>
            <a:off x="9748747" y="4259573"/>
            <a:ext cx="9028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800" dirty="0"/>
              <a:t>すぐに</a:t>
            </a:r>
            <a:endParaRPr lang="en-US" altLang="ja-JP" sz="800" dirty="0"/>
          </a:p>
          <a:p>
            <a:r>
              <a:rPr lang="ja-JP" altLang="en-US" sz="800" dirty="0"/>
              <a:t>次の</a:t>
            </a:r>
            <a:r>
              <a:rPr kumimoji="1" lang="ja-JP" altLang="en-US" sz="800" dirty="0"/>
              <a:t>申込み可能</a:t>
            </a:r>
          </a:p>
        </p:txBody>
      </p:sp>
      <p:sp>
        <p:nvSpPr>
          <p:cNvPr id="142" name="テキスト ボックス 141">
            <a:extLst>
              <a:ext uri="{FF2B5EF4-FFF2-40B4-BE49-F238E27FC236}">
                <a16:creationId xmlns:a16="http://schemas.microsoft.com/office/drawing/2014/main" id="{16EF87B4-8493-3634-B4AA-72FE21A6C899}"/>
              </a:ext>
            </a:extLst>
          </p:cNvPr>
          <p:cNvSpPr txBox="1"/>
          <p:nvPr/>
        </p:nvSpPr>
        <p:spPr>
          <a:xfrm>
            <a:off x="9449365" y="4241235"/>
            <a:ext cx="4951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🔓</a:t>
            </a:r>
          </a:p>
        </p:txBody>
      </p:sp>
      <p:sp>
        <p:nvSpPr>
          <p:cNvPr id="154" name="テキスト ボックス 153">
            <a:extLst>
              <a:ext uri="{FF2B5EF4-FFF2-40B4-BE49-F238E27FC236}">
                <a16:creationId xmlns:a16="http://schemas.microsoft.com/office/drawing/2014/main" id="{EA5CDA84-5723-D8B6-CE89-79EFA47AA012}"/>
              </a:ext>
            </a:extLst>
          </p:cNvPr>
          <p:cNvSpPr txBox="1"/>
          <p:nvPr/>
        </p:nvSpPr>
        <p:spPr>
          <a:xfrm>
            <a:off x="10727701" y="5903574"/>
            <a:ext cx="9028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800" dirty="0"/>
              <a:t>すぐに</a:t>
            </a:r>
            <a:endParaRPr lang="en-US" altLang="ja-JP" sz="800" dirty="0"/>
          </a:p>
          <a:p>
            <a:pPr algn="ctr"/>
            <a:r>
              <a:rPr lang="ja-JP" altLang="en-US" sz="800" dirty="0"/>
              <a:t>次の</a:t>
            </a:r>
            <a:r>
              <a:rPr kumimoji="1" lang="ja-JP" altLang="en-US" sz="800" dirty="0"/>
              <a:t>申込み可能</a:t>
            </a:r>
          </a:p>
        </p:txBody>
      </p:sp>
      <p:cxnSp>
        <p:nvCxnSpPr>
          <p:cNvPr id="156" name="直線コネクタ 155">
            <a:extLst>
              <a:ext uri="{FF2B5EF4-FFF2-40B4-BE49-F238E27FC236}">
                <a16:creationId xmlns:a16="http://schemas.microsoft.com/office/drawing/2014/main" id="{9DA779BE-590B-3B4D-A987-2B19CDF0701A}"/>
              </a:ext>
            </a:extLst>
          </p:cNvPr>
          <p:cNvCxnSpPr>
            <a:cxnSpLocks/>
          </p:cNvCxnSpPr>
          <p:nvPr/>
        </p:nvCxnSpPr>
        <p:spPr>
          <a:xfrm>
            <a:off x="8067985" y="4625061"/>
            <a:ext cx="1612013" cy="24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コネクタ: 曲線 159">
            <a:extLst>
              <a:ext uri="{FF2B5EF4-FFF2-40B4-BE49-F238E27FC236}">
                <a16:creationId xmlns:a16="http://schemas.microsoft.com/office/drawing/2014/main" id="{2AACEA67-91E3-A17D-35EB-B73AC8C71EBB}"/>
              </a:ext>
            </a:extLst>
          </p:cNvPr>
          <p:cNvCxnSpPr>
            <a:cxnSpLocks/>
            <a:stCxn id="42" idx="0"/>
            <a:endCxn id="31" idx="0"/>
          </p:cNvCxnSpPr>
          <p:nvPr/>
        </p:nvCxnSpPr>
        <p:spPr>
          <a:xfrm rot="16200000" flipH="1">
            <a:off x="5920121" y="-744918"/>
            <a:ext cx="12773" cy="7109977"/>
          </a:xfrm>
          <a:prstGeom prst="curvedConnector3">
            <a:avLst>
              <a:gd name="adj1" fmla="val -14615987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0187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3C77A-7B12-2C72-604B-C2F4E14F9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0" name="コネクタ: カギ線 209">
            <a:extLst>
              <a:ext uri="{FF2B5EF4-FFF2-40B4-BE49-F238E27FC236}">
                <a16:creationId xmlns:a16="http://schemas.microsoft.com/office/drawing/2014/main" id="{B5F1E56F-C0C3-660B-1435-7288ACD365EE}"/>
              </a:ext>
            </a:extLst>
          </p:cNvPr>
          <p:cNvCxnSpPr>
            <a:cxnSpLocks/>
            <a:stCxn id="139" idx="2"/>
            <a:endCxn id="18" idx="0"/>
          </p:cNvCxnSpPr>
          <p:nvPr/>
        </p:nvCxnSpPr>
        <p:spPr>
          <a:xfrm rot="16200000" flipH="1">
            <a:off x="1689639" y="2313500"/>
            <a:ext cx="3185642" cy="4620891"/>
          </a:xfrm>
          <a:prstGeom prst="bentConnector3">
            <a:avLst>
              <a:gd name="adj1" fmla="val 50000"/>
            </a:avLst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コネクタ: 曲線 207">
            <a:extLst>
              <a:ext uri="{FF2B5EF4-FFF2-40B4-BE49-F238E27FC236}">
                <a16:creationId xmlns:a16="http://schemas.microsoft.com/office/drawing/2014/main" id="{AA159B18-3945-29B5-FEAA-5DF6EE602448}"/>
              </a:ext>
            </a:extLst>
          </p:cNvPr>
          <p:cNvCxnSpPr>
            <a:cxnSpLocks/>
            <a:stCxn id="42" idx="0"/>
            <a:endCxn id="139" idx="0"/>
          </p:cNvCxnSpPr>
          <p:nvPr/>
        </p:nvCxnSpPr>
        <p:spPr>
          <a:xfrm rot="16200000" flipH="1" flipV="1">
            <a:off x="1668556" y="2107142"/>
            <a:ext cx="6423" cy="1399505"/>
          </a:xfrm>
          <a:prstGeom prst="curvedConnector3">
            <a:avLst>
              <a:gd name="adj1" fmla="val -5859910"/>
            </a:avLst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コネクタ: 曲線 201">
            <a:extLst>
              <a:ext uri="{FF2B5EF4-FFF2-40B4-BE49-F238E27FC236}">
                <a16:creationId xmlns:a16="http://schemas.microsoft.com/office/drawing/2014/main" id="{A4B7FC5A-6150-217B-27BB-9EDFBFB1404F}"/>
              </a:ext>
            </a:extLst>
          </p:cNvPr>
          <p:cNvCxnSpPr>
            <a:cxnSpLocks/>
            <a:stCxn id="150" idx="0"/>
            <a:endCxn id="9" idx="0"/>
          </p:cNvCxnSpPr>
          <p:nvPr/>
        </p:nvCxnSpPr>
        <p:spPr>
          <a:xfrm rot="16200000" flipH="1">
            <a:off x="4592206" y="2160893"/>
            <a:ext cx="6350" cy="1304779"/>
          </a:xfrm>
          <a:prstGeom prst="curvedConnector3">
            <a:avLst>
              <a:gd name="adj1" fmla="val -5927307"/>
            </a:avLst>
          </a:prstGeom>
          <a:ln w="76200">
            <a:solidFill>
              <a:srgbClr val="FF0000">
                <a:alpha val="40000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コネクタ: カギ線 198">
            <a:extLst>
              <a:ext uri="{FF2B5EF4-FFF2-40B4-BE49-F238E27FC236}">
                <a16:creationId xmlns:a16="http://schemas.microsoft.com/office/drawing/2014/main" id="{2E8281C3-EDE5-FB11-2CDB-DCFE49D97E44}"/>
              </a:ext>
            </a:extLst>
          </p:cNvPr>
          <p:cNvCxnSpPr>
            <a:cxnSpLocks/>
            <a:stCxn id="9" idx="2"/>
            <a:endCxn id="18" idx="0"/>
          </p:cNvCxnSpPr>
          <p:nvPr/>
        </p:nvCxnSpPr>
        <p:spPr>
          <a:xfrm rot="16200000" flipH="1">
            <a:off x="3830692" y="4454553"/>
            <a:ext cx="3179292" cy="345135"/>
          </a:xfrm>
          <a:prstGeom prst="bentConnector3">
            <a:avLst/>
          </a:prstGeom>
          <a:ln w="76200">
            <a:solidFill>
              <a:srgbClr val="FF0000">
                <a:alpha val="27000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コネクタ: カギ線 197">
            <a:extLst>
              <a:ext uri="{FF2B5EF4-FFF2-40B4-BE49-F238E27FC236}">
                <a16:creationId xmlns:a16="http://schemas.microsoft.com/office/drawing/2014/main" id="{ED9DFC31-18E5-E97B-641B-439F246F6A90}"/>
              </a:ext>
            </a:extLst>
          </p:cNvPr>
          <p:cNvCxnSpPr>
            <a:stCxn id="8" idx="2"/>
            <a:endCxn id="18" idx="0"/>
          </p:cNvCxnSpPr>
          <p:nvPr/>
        </p:nvCxnSpPr>
        <p:spPr>
          <a:xfrm rot="16200000" flipH="1">
            <a:off x="3125071" y="3748932"/>
            <a:ext cx="3179292" cy="1756377"/>
          </a:xfrm>
          <a:prstGeom prst="bentConnector3">
            <a:avLst/>
          </a:prstGeom>
          <a:ln w="76200">
            <a:solidFill>
              <a:srgbClr val="FF0000">
                <a:alpha val="27000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コネクタ: 曲線 193">
            <a:extLst>
              <a:ext uri="{FF2B5EF4-FFF2-40B4-BE49-F238E27FC236}">
                <a16:creationId xmlns:a16="http://schemas.microsoft.com/office/drawing/2014/main" id="{8B614887-F849-6A95-8A3D-C589B06A6433}"/>
              </a:ext>
            </a:extLst>
          </p:cNvPr>
          <p:cNvCxnSpPr>
            <a:cxnSpLocks/>
            <a:stCxn id="42" idx="0"/>
            <a:endCxn id="8" idx="0"/>
          </p:cNvCxnSpPr>
          <p:nvPr/>
        </p:nvCxnSpPr>
        <p:spPr>
          <a:xfrm rot="16200000" flipH="1">
            <a:off x="3097637" y="2077566"/>
            <a:ext cx="12773" cy="1465009"/>
          </a:xfrm>
          <a:prstGeom prst="curvedConnector3">
            <a:avLst>
              <a:gd name="adj1" fmla="val -3199789"/>
            </a:avLst>
          </a:prstGeom>
          <a:ln w="76200">
            <a:solidFill>
              <a:srgbClr val="FF0000">
                <a:alpha val="31000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951A4D2-FFA9-B777-6974-C20E97C13CC5}"/>
              </a:ext>
            </a:extLst>
          </p:cNvPr>
          <p:cNvSpPr txBox="1"/>
          <p:nvPr/>
        </p:nvSpPr>
        <p:spPr>
          <a:xfrm>
            <a:off x="3290186" y="2816457"/>
            <a:ext cx="1092685" cy="22101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36000" rIns="36000" bIns="0" rtlCol="0" anchor="ctr">
            <a:spAutoFit/>
          </a:bodyPr>
          <a:lstStyle/>
          <a:p>
            <a:pPr algn="ctr"/>
            <a:r>
              <a:rPr kumimoji="1" lang="ja-JP" altLang="en-US" sz="1200" dirty="0"/>
              <a:t>メール送信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F2F5634-2328-E398-D6C8-B388CC4C7A84}"/>
              </a:ext>
            </a:extLst>
          </p:cNvPr>
          <p:cNvSpPr txBox="1"/>
          <p:nvPr/>
        </p:nvSpPr>
        <p:spPr>
          <a:xfrm>
            <a:off x="4701428" y="2816457"/>
            <a:ext cx="1092685" cy="22101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36000" rIns="36000" bIns="0" rtlCol="0" anchor="ctr">
            <a:spAutoFit/>
          </a:bodyPr>
          <a:lstStyle/>
          <a:p>
            <a:pPr algn="ctr"/>
            <a:r>
              <a:rPr kumimoji="1" lang="ja-JP" altLang="en-US" sz="1200" dirty="0"/>
              <a:t>メール既読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CD9D71C-18EF-11E5-E597-C36F284C8F0A}"/>
              </a:ext>
            </a:extLst>
          </p:cNvPr>
          <p:cNvSpPr txBox="1"/>
          <p:nvPr/>
        </p:nvSpPr>
        <p:spPr>
          <a:xfrm>
            <a:off x="6112670" y="2816457"/>
            <a:ext cx="1092685" cy="22101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36000" rIns="36000" bIns="0" rtlCol="0" anchor="ctr">
            <a:spAutoFit/>
          </a:bodyPr>
          <a:lstStyle/>
          <a:p>
            <a:pPr algn="ctr"/>
            <a:r>
              <a:rPr kumimoji="1" lang="ja-JP" altLang="en-US" sz="1200" dirty="0"/>
              <a:t>閲覧期限切れ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BFECFCD-EA4E-0A74-B39D-941B201077FD}"/>
              </a:ext>
            </a:extLst>
          </p:cNvPr>
          <p:cNvSpPr txBox="1"/>
          <p:nvPr/>
        </p:nvSpPr>
        <p:spPr>
          <a:xfrm>
            <a:off x="9411391" y="5991276"/>
            <a:ext cx="1092685" cy="22101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36000" rIns="36000" bIns="0" rtlCol="0" anchor="ctr">
            <a:spAutoFit/>
          </a:bodyPr>
          <a:lstStyle/>
          <a:p>
            <a:pPr algn="ctr"/>
            <a:r>
              <a:rPr lang="ja-JP" altLang="en-US" sz="1200" dirty="0"/>
              <a:t>手動</a:t>
            </a:r>
            <a:r>
              <a:rPr kumimoji="1" lang="ja-JP" altLang="en-US" sz="1200" dirty="0"/>
              <a:t>終了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6B4A704D-3331-65CE-ADD2-8772BF6602AA}"/>
              </a:ext>
            </a:extLst>
          </p:cNvPr>
          <p:cNvSpPr txBox="1"/>
          <p:nvPr/>
        </p:nvSpPr>
        <p:spPr>
          <a:xfrm>
            <a:off x="5046563" y="6216767"/>
            <a:ext cx="1092685" cy="22101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36000" rIns="36000" bIns="0" rtlCol="0" anchor="ctr">
            <a:spAutoFit/>
          </a:bodyPr>
          <a:lstStyle/>
          <a:p>
            <a:pPr algn="ctr"/>
            <a:r>
              <a:rPr kumimoji="1" lang="ja-JP" altLang="en-US" sz="1200" dirty="0"/>
              <a:t>自動終了</a:t>
            </a:r>
          </a:p>
        </p:txBody>
      </p:sp>
      <p:cxnSp>
        <p:nvCxnSpPr>
          <p:cNvPr id="20" name="コネクタ: カギ線 19">
            <a:extLst>
              <a:ext uri="{FF2B5EF4-FFF2-40B4-BE49-F238E27FC236}">
                <a16:creationId xmlns:a16="http://schemas.microsoft.com/office/drawing/2014/main" id="{39393812-B075-FCBF-CFCA-EFA29F2435A0}"/>
              </a:ext>
            </a:extLst>
          </p:cNvPr>
          <p:cNvCxnSpPr>
            <a:stCxn id="8" idx="2"/>
            <a:endCxn id="18" idx="0"/>
          </p:cNvCxnSpPr>
          <p:nvPr/>
        </p:nvCxnSpPr>
        <p:spPr>
          <a:xfrm rot="16200000" flipH="1">
            <a:off x="3125071" y="3748932"/>
            <a:ext cx="3179292" cy="175637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コネクタ: カギ線 20">
            <a:extLst>
              <a:ext uri="{FF2B5EF4-FFF2-40B4-BE49-F238E27FC236}">
                <a16:creationId xmlns:a16="http://schemas.microsoft.com/office/drawing/2014/main" id="{406C0261-B097-85D0-4642-50AF92BEF25F}"/>
              </a:ext>
            </a:extLst>
          </p:cNvPr>
          <p:cNvCxnSpPr>
            <a:cxnSpLocks/>
            <a:stCxn id="9" idx="2"/>
            <a:endCxn id="18" idx="0"/>
          </p:cNvCxnSpPr>
          <p:nvPr/>
        </p:nvCxnSpPr>
        <p:spPr>
          <a:xfrm rot="16200000" flipH="1">
            <a:off x="3830692" y="4454553"/>
            <a:ext cx="3179292" cy="34513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コネクタ: カギ線 23">
            <a:extLst>
              <a:ext uri="{FF2B5EF4-FFF2-40B4-BE49-F238E27FC236}">
                <a16:creationId xmlns:a16="http://schemas.microsoft.com/office/drawing/2014/main" id="{4E145C17-AC00-E0F0-8857-4426C22DA9F7}"/>
              </a:ext>
            </a:extLst>
          </p:cNvPr>
          <p:cNvCxnSpPr>
            <a:cxnSpLocks/>
            <a:stCxn id="5" idx="4"/>
            <a:endCxn id="18" idx="0"/>
          </p:cNvCxnSpPr>
          <p:nvPr/>
        </p:nvCxnSpPr>
        <p:spPr>
          <a:xfrm rot="5400000">
            <a:off x="5010696" y="4757828"/>
            <a:ext cx="2041150" cy="876729"/>
          </a:xfrm>
          <a:prstGeom prst="bentConnector3">
            <a:avLst>
              <a:gd name="adj1" fmla="val 2207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57B36889-CA08-16DB-AADA-0B93A6C1622D}"/>
              </a:ext>
            </a:extLst>
          </p:cNvPr>
          <p:cNvSpPr txBox="1"/>
          <p:nvPr/>
        </p:nvSpPr>
        <p:spPr>
          <a:xfrm>
            <a:off x="8935154" y="2816457"/>
            <a:ext cx="1092685" cy="22101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36000" rIns="36000" bIns="0" rtlCol="0" anchor="ctr">
            <a:spAutoFit/>
          </a:bodyPr>
          <a:lstStyle/>
          <a:p>
            <a:pPr algn="ctr"/>
            <a:r>
              <a:rPr lang="ja-JP" altLang="en-US" sz="1200" dirty="0"/>
              <a:t>スタッフ</a:t>
            </a:r>
            <a:r>
              <a:rPr kumimoji="1" lang="ja-JP" altLang="en-US" sz="1200" dirty="0"/>
              <a:t>取下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B59FCFE9-54F7-C5D2-0FD7-B470D4842FEB}"/>
              </a:ext>
            </a:extLst>
          </p:cNvPr>
          <p:cNvSpPr txBox="1"/>
          <p:nvPr/>
        </p:nvSpPr>
        <p:spPr>
          <a:xfrm>
            <a:off x="7523912" y="2816457"/>
            <a:ext cx="1092685" cy="22101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36000" rIns="36000" bIns="0" rtlCol="0" anchor="ctr">
            <a:spAutoFit/>
          </a:bodyPr>
          <a:lstStyle/>
          <a:p>
            <a:pPr algn="ctr"/>
            <a:r>
              <a:rPr kumimoji="1" lang="en-US" altLang="ja-JP" sz="1200" dirty="0"/>
              <a:t>URL</a:t>
            </a:r>
            <a:r>
              <a:rPr kumimoji="1" lang="ja-JP" altLang="en-US" sz="1200" dirty="0"/>
              <a:t>取下</a:t>
            </a:r>
          </a:p>
        </p:txBody>
      </p:sp>
      <p:cxnSp>
        <p:nvCxnSpPr>
          <p:cNvPr id="37" name="コネクタ: カギ線 36">
            <a:extLst>
              <a:ext uri="{FF2B5EF4-FFF2-40B4-BE49-F238E27FC236}">
                <a16:creationId xmlns:a16="http://schemas.microsoft.com/office/drawing/2014/main" id="{D5549503-0B68-1473-4E97-50F265C0509C}"/>
              </a:ext>
            </a:extLst>
          </p:cNvPr>
          <p:cNvCxnSpPr>
            <a:cxnSpLocks/>
            <a:stCxn id="36" idx="2"/>
            <a:endCxn id="18" idx="0"/>
          </p:cNvCxnSpPr>
          <p:nvPr/>
        </p:nvCxnSpPr>
        <p:spPr>
          <a:xfrm rot="5400000">
            <a:off x="5241935" y="3388447"/>
            <a:ext cx="3179292" cy="247734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A4F77DB4-94C9-2125-7EE7-43E289E0B018}"/>
              </a:ext>
            </a:extLst>
          </p:cNvPr>
          <p:cNvSpPr txBox="1"/>
          <p:nvPr/>
        </p:nvSpPr>
        <p:spPr>
          <a:xfrm>
            <a:off x="1825177" y="2803684"/>
            <a:ext cx="1092685" cy="22101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36000" rIns="36000" bIns="0" rtlCol="0" anchor="ctr">
            <a:spAutoFit/>
          </a:bodyPr>
          <a:lstStyle/>
          <a:p>
            <a:pPr algn="ctr"/>
            <a:r>
              <a:rPr lang="ja-JP" altLang="en-US" sz="1200" dirty="0"/>
              <a:t>担当設定</a:t>
            </a:r>
            <a:endParaRPr kumimoji="1" lang="ja-JP" altLang="en-US" sz="1200" dirty="0"/>
          </a:p>
        </p:txBody>
      </p:sp>
      <p:cxnSp>
        <p:nvCxnSpPr>
          <p:cNvPr id="74" name="コネクタ: 曲線 73">
            <a:extLst>
              <a:ext uri="{FF2B5EF4-FFF2-40B4-BE49-F238E27FC236}">
                <a16:creationId xmlns:a16="http://schemas.microsoft.com/office/drawing/2014/main" id="{8E07622B-FCDD-D10C-0DE3-7C718035AC40}"/>
              </a:ext>
            </a:extLst>
          </p:cNvPr>
          <p:cNvCxnSpPr>
            <a:cxnSpLocks/>
            <a:stCxn id="150" idx="0"/>
            <a:endCxn id="9" idx="0"/>
          </p:cNvCxnSpPr>
          <p:nvPr/>
        </p:nvCxnSpPr>
        <p:spPr>
          <a:xfrm rot="16200000" flipH="1">
            <a:off x="4592206" y="2160893"/>
            <a:ext cx="6350" cy="1304779"/>
          </a:xfrm>
          <a:prstGeom prst="curvedConnector3">
            <a:avLst>
              <a:gd name="adj1" fmla="val -636366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コネクタ: 曲線 74">
            <a:extLst>
              <a:ext uri="{FF2B5EF4-FFF2-40B4-BE49-F238E27FC236}">
                <a16:creationId xmlns:a16="http://schemas.microsoft.com/office/drawing/2014/main" id="{C8AC451A-A27B-38B4-EF39-1FD64F2A2231}"/>
              </a:ext>
            </a:extLst>
          </p:cNvPr>
          <p:cNvCxnSpPr>
            <a:cxnSpLocks/>
            <a:stCxn id="9" idx="0"/>
            <a:endCxn id="11" idx="0"/>
          </p:cNvCxnSpPr>
          <p:nvPr/>
        </p:nvCxnSpPr>
        <p:spPr>
          <a:xfrm rot="5400000" flipH="1" flipV="1">
            <a:off x="5953392" y="2110836"/>
            <a:ext cx="12700" cy="1411242"/>
          </a:xfrm>
          <a:prstGeom prst="curvedConnector3">
            <a:avLst>
              <a:gd name="adj1" fmla="val 274545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コネクタ: 曲線 77">
            <a:extLst>
              <a:ext uri="{FF2B5EF4-FFF2-40B4-BE49-F238E27FC236}">
                <a16:creationId xmlns:a16="http://schemas.microsoft.com/office/drawing/2014/main" id="{11F25CD1-CF3A-E750-3A2F-45AEB1711A5B}"/>
              </a:ext>
            </a:extLst>
          </p:cNvPr>
          <p:cNvCxnSpPr>
            <a:cxnSpLocks/>
            <a:stCxn id="150" idx="0"/>
            <a:endCxn id="36" idx="0"/>
          </p:cNvCxnSpPr>
          <p:nvPr/>
        </p:nvCxnSpPr>
        <p:spPr>
          <a:xfrm rot="16200000" flipH="1">
            <a:off x="6003448" y="749651"/>
            <a:ext cx="6350" cy="4127263"/>
          </a:xfrm>
          <a:prstGeom prst="curvedConnector3">
            <a:avLst>
              <a:gd name="adj1" fmla="val -1705453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コネクタ: 曲線 87">
            <a:extLst>
              <a:ext uri="{FF2B5EF4-FFF2-40B4-BE49-F238E27FC236}">
                <a16:creationId xmlns:a16="http://schemas.microsoft.com/office/drawing/2014/main" id="{3F5878DD-5FE0-641E-2D2E-BDA6452043D8}"/>
              </a:ext>
            </a:extLst>
          </p:cNvPr>
          <p:cNvCxnSpPr>
            <a:cxnSpLocks/>
            <a:stCxn id="150" idx="0"/>
            <a:endCxn id="11" idx="0"/>
          </p:cNvCxnSpPr>
          <p:nvPr/>
        </p:nvCxnSpPr>
        <p:spPr>
          <a:xfrm rot="16200000" flipH="1">
            <a:off x="5297827" y="1455272"/>
            <a:ext cx="6350" cy="2716021"/>
          </a:xfrm>
          <a:prstGeom prst="curvedConnector3">
            <a:avLst>
              <a:gd name="adj1" fmla="val -1254548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正方形/長方形 93">
            <a:extLst>
              <a:ext uri="{FF2B5EF4-FFF2-40B4-BE49-F238E27FC236}">
                <a16:creationId xmlns:a16="http://schemas.microsoft.com/office/drawing/2014/main" id="{3E475E34-535F-76BB-EDEA-A7937F4EE23B}"/>
              </a:ext>
            </a:extLst>
          </p:cNvPr>
          <p:cNvSpPr/>
          <p:nvPr/>
        </p:nvSpPr>
        <p:spPr>
          <a:xfrm>
            <a:off x="9501302" y="5304329"/>
            <a:ext cx="899666" cy="18780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000" b="1" dirty="0">
                <a:solidFill>
                  <a:schemeClr val="tx1"/>
                </a:solidFill>
              </a:rPr>
              <a:t>終了ボタン</a:t>
            </a:r>
          </a:p>
        </p:txBody>
      </p:sp>
      <p:cxnSp>
        <p:nvCxnSpPr>
          <p:cNvPr id="135" name="直線矢印コネクタ 134">
            <a:extLst>
              <a:ext uri="{FF2B5EF4-FFF2-40B4-BE49-F238E27FC236}">
                <a16:creationId xmlns:a16="http://schemas.microsoft.com/office/drawing/2014/main" id="{203181D9-50C2-5506-CDD2-9C6391E31E1C}"/>
              </a:ext>
            </a:extLst>
          </p:cNvPr>
          <p:cNvCxnSpPr>
            <a:stCxn id="94" idx="2"/>
            <a:endCxn id="16" idx="0"/>
          </p:cNvCxnSpPr>
          <p:nvPr/>
        </p:nvCxnSpPr>
        <p:spPr>
          <a:xfrm>
            <a:off x="9951135" y="5492133"/>
            <a:ext cx="6599" cy="4991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テキスト ボックス 138">
            <a:extLst>
              <a:ext uri="{FF2B5EF4-FFF2-40B4-BE49-F238E27FC236}">
                <a16:creationId xmlns:a16="http://schemas.microsoft.com/office/drawing/2014/main" id="{A631C555-057D-7032-DA6E-5D5ABE34BD4D}"/>
              </a:ext>
            </a:extLst>
          </p:cNvPr>
          <p:cNvSpPr txBox="1"/>
          <p:nvPr/>
        </p:nvSpPr>
        <p:spPr>
          <a:xfrm>
            <a:off x="425672" y="2810107"/>
            <a:ext cx="1092685" cy="22101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36000" rIns="36000" bIns="0" rtlCol="0" anchor="ctr">
            <a:spAutoFit/>
          </a:bodyPr>
          <a:lstStyle/>
          <a:p>
            <a:pPr algn="ctr"/>
            <a:r>
              <a:rPr kumimoji="1" lang="en-US" altLang="ja-JP" sz="1200" dirty="0"/>
              <a:t>WEB</a:t>
            </a:r>
            <a:r>
              <a:rPr kumimoji="1" lang="ja-JP" altLang="en-US" sz="1200" dirty="0"/>
              <a:t>取下</a:t>
            </a:r>
          </a:p>
        </p:txBody>
      </p:sp>
      <p:sp>
        <p:nvSpPr>
          <p:cNvPr id="150" name="四角形: 角を丸くする 149">
            <a:extLst>
              <a:ext uri="{FF2B5EF4-FFF2-40B4-BE49-F238E27FC236}">
                <a16:creationId xmlns:a16="http://schemas.microsoft.com/office/drawing/2014/main" id="{705D8CC3-E37B-AA72-0BD3-8752A0846E34}"/>
              </a:ext>
            </a:extLst>
          </p:cNvPr>
          <p:cNvSpPr/>
          <p:nvPr/>
        </p:nvSpPr>
        <p:spPr>
          <a:xfrm>
            <a:off x="3920132" y="2810107"/>
            <a:ext cx="45719" cy="4571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9" name="コネクタ: カギ線 158">
            <a:extLst>
              <a:ext uri="{FF2B5EF4-FFF2-40B4-BE49-F238E27FC236}">
                <a16:creationId xmlns:a16="http://schemas.microsoft.com/office/drawing/2014/main" id="{329034DC-F2E2-1E9D-3187-F6E99B6A1320}"/>
              </a:ext>
            </a:extLst>
          </p:cNvPr>
          <p:cNvCxnSpPr>
            <a:cxnSpLocks/>
            <a:stCxn id="139" idx="2"/>
            <a:endCxn id="18" idx="0"/>
          </p:cNvCxnSpPr>
          <p:nvPr/>
        </p:nvCxnSpPr>
        <p:spPr>
          <a:xfrm rot="16200000" flipH="1">
            <a:off x="1689639" y="2313500"/>
            <a:ext cx="3185642" cy="462089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コネクタ: 曲線 163">
            <a:extLst>
              <a:ext uri="{FF2B5EF4-FFF2-40B4-BE49-F238E27FC236}">
                <a16:creationId xmlns:a16="http://schemas.microsoft.com/office/drawing/2014/main" id="{C981BC66-ECA8-1542-51D3-813E0C198BB6}"/>
              </a:ext>
            </a:extLst>
          </p:cNvPr>
          <p:cNvCxnSpPr>
            <a:cxnSpLocks/>
            <a:stCxn id="9" idx="0"/>
            <a:endCxn id="31" idx="0"/>
          </p:cNvCxnSpPr>
          <p:nvPr/>
        </p:nvCxnSpPr>
        <p:spPr>
          <a:xfrm rot="5400000" flipH="1" flipV="1">
            <a:off x="7364634" y="699594"/>
            <a:ext cx="12700" cy="4233726"/>
          </a:xfrm>
          <a:prstGeom prst="curvedConnector3">
            <a:avLst>
              <a:gd name="adj1" fmla="val 892727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コネクタ: 曲線 167">
            <a:extLst>
              <a:ext uri="{FF2B5EF4-FFF2-40B4-BE49-F238E27FC236}">
                <a16:creationId xmlns:a16="http://schemas.microsoft.com/office/drawing/2014/main" id="{3740302E-7603-6D5F-B903-118BE89841E9}"/>
              </a:ext>
            </a:extLst>
          </p:cNvPr>
          <p:cNvCxnSpPr>
            <a:cxnSpLocks/>
            <a:stCxn id="9" idx="0"/>
            <a:endCxn id="36" idx="0"/>
          </p:cNvCxnSpPr>
          <p:nvPr/>
        </p:nvCxnSpPr>
        <p:spPr>
          <a:xfrm rot="5400000" flipH="1" flipV="1">
            <a:off x="6659013" y="1405215"/>
            <a:ext cx="12700" cy="2822484"/>
          </a:xfrm>
          <a:prstGeom prst="curvedConnector3">
            <a:avLst>
              <a:gd name="adj1" fmla="val 54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コネクタ: 曲線 171">
            <a:extLst>
              <a:ext uri="{FF2B5EF4-FFF2-40B4-BE49-F238E27FC236}">
                <a16:creationId xmlns:a16="http://schemas.microsoft.com/office/drawing/2014/main" id="{B14DE47E-609B-75AA-64B3-DE31E7EE4994}"/>
              </a:ext>
            </a:extLst>
          </p:cNvPr>
          <p:cNvCxnSpPr>
            <a:cxnSpLocks/>
            <a:stCxn id="42" idx="0"/>
            <a:endCxn id="139" idx="0"/>
          </p:cNvCxnSpPr>
          <p:nvPr/>
        </p:nvCxnSpPr>
        <p:spPr>
          <a:xfrm rot="16200000" flipH="1" flipV="1">
            <a:off x="1668556" y="2107142"/>
            <a:ext cx="6423" cy="1399505"/>
          </a:xfrm>
          <a:prstGeom prst="curvedConnector3">
            <a:avLst>
              <a:gd name="adj1" fmla="val -585991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コネクタ: 曲線 174">
            <a:extLst>
              <a:ext uri="{FF2B5EF4-FFF2-40B4-BE49-F238E27FC236}">
                <a16:creationId xmlns:a16="http://schemas.microsoft.com/office/drawing/2014/main" id="{6A29611E-97B1-33A3-DC3A-0892DE78324E}"/>
              </a:ext>
            </a:extLst>
          </p:cNvPr>
          <p:cNvCxnSpPr>
            <a:cxnSpLocks/>
            <a:stCxn id="42" idx="0"/>
            <a:endCxn id="8" idx="0"/>
          </p:cNvCxnSpPr>
          <p:nvPr/>
        </p:nvCxnSpPr>
        <p:spPr>
          <a:xfrm rot="16200000" flipH="1">
            <a:off x="3097637" y="2077566"/>
            <a:ext cx="12773" cy="1465009"/>
          </a:xfrm>
          <a:prstGeom prst="curvedConnector3">
            <a:avLst>
              <a:gd name="adj1" fmla="val -178971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テキスト ボックス 188">
            <a:extLst>
              <a:ext uri="{FF2B5EF4-FFF2-40B4-BE49-F238E27FC236}">
                <a16:creationId xmlns:a16="http://schemas.microsoft.com/office/drawing/2014/main" id="{9AC1D221-1699-3866-A745-4E7D213A2A85}"/>
              </a:ext>
            </a:extLst>
          </p:cNvPr>
          <p:cNvSpPr txBox="1"/>
          <p:nvPr/>
        </p:nvSpPr>
        <p:spPr>
          <a:xfrm>
            <a:off x="429127" y="176011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状態遷移（全パターン）</a:t>
            </a:r>
          </a:p>
        </p:txBody>
      </p:sp>
      <p:cxnSp>
        <p:nvCxnSpPr>
          <p:cNvPr id="216" name="コネクタ: 曲線 215">
            <a:extLst>
              <a:ext uri="{FF2B5EF4-FFF2-40B4-BE49-F238E27FC236}">
                <a16:creationId xmlns:a16="http://schemas.microsoft.com/office/drawing/2014/main" id="{6FA2AB0D-3366-1A08-D44F-EB834E55EBA6}"/>
              </a:ext>
            </a:extLst>
          </p:cNvPr>
          <p:cNvCxnSpPr>
            <a:cxnSpLocks/>
            <a:stCxn id="31" idx="2"/>
            <a:endCxn id="42" idx="2"/>
          </p:cNvCxnSpPr>
          <p:nvPr/>
        </p:nvCxnSpPr>
        <p:spPr>
          <a:xfrm rot="5400000" flipH="1">
            <a:off x="5920122" y="-523899"/>
            <a:ext cx="12773" cy="7109977"/>
          </a:xfrm>
          <a:prstGeom prst="curvedConnector3">
            <a:avLst>
              <a:gd name="adj1" fmla="val -5513756"/>
            </a:avLst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テキスト ボックス 222">
            <a:extLst>
              <a:ext uri="{FF2B5EF4-FFF2-40B4-BE49-F238E27FC236}">
                <a16:creationId xmlns:a16="http://schemas.microsoft.com/office/drawing/2014/main" id="{D02A6CED-8563-1664-23BA-3AB7117C21DB}"/>
              </a:ext>
            </a:extLst>
          </p:cNvPr>
          <p:cNvSpPr txBox="1"/>
          <p:nvPr/>
        </p:nvSpPr>
        <p:spPr>
          <a:xfrm>
            <a:off x="10346396" y="2810107"/>
            <a:ext cx="1411495" cy="22101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36000" rIns="36000" bIns="0" rtlCol="0" anchor="ctr">
            <a:spAutoFit/>
          </a:bodyPr>
          <a:lstStyle/>
          <a:p>
            <a:pPr algn="ctr"/>
            <a:r>
              <a:rPr lang="ja-JP" altLang="en-US" sz="1200" dirty="0"/>
              <a:t>スタッフ</a:t>
            </a:r>
            <a:r>
              <a:rPr kumimoji="1" lang="ja-JP" altLang="en-US" sz="1200" dirty="0"/>
              <a:t>取下</a:t>
            </a:r>
            <a:r>
              <a:rPr lang="ja-JP" altLang="en-US" sz="1200" dirty="0"/>
              <a:t>中止</a:t>
            </a:r>
            <a:endParaRPr kumimoji="1" lang="ja-JP" altLang="en-US" sz="1200" dirty="0"/>
          </a:p>
        </p:txBody>
      </p:sp>
      <p:sp>
        <p:nvSpPr>
          <p:cNvPr id="243" name="四角形: 角を丸くする 242">
            <a:extLst>
              <a:ext uri="{FF2B5EF4-FFF2-40B4-BE49-F238E27FC236}">
                <a16:creationId xmlns:a16="http://schemas.microsoft.com/office/drawing/2014/main" id="{E428EE99-5259-8999-E165-B011B5ADF7D9}"/>
              </a:ext>
            </a:extLst>
          </p:cNvPr>
          <p:cNvSpPr/>
          <p:nvPr/>
        </p:nvSpPr>
        <p:spPr>
          <a:xfrm>
            <a:off x="3920131" y="2990140"/>
            <a:ext cx="45719" cy="4571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53" name="コネクタ: 曲線 252">
            <a:extLst>
              <a:ext uri="{FF2B5EF4-FFF2-40B4-BE49-F238E27FC236}">
                <a16:creationId xmlns:a16="http://schemas.microsoft.com/office/drawing/2014/main" id="{5081CE36-88E8-9465-E0CF-F4860826D113}"/>
              </a:ext>
            </a:extLst>
          </p:cNvPr>
          <p:cNvCxnSpPr>
            <a:cxnSpLocks/>
            <a:stCxn id="41" idx="0"/>
            <a:endCxn id="8" idx="0"/>
          </p:cNvCxnSpPr>
          <p:nvPr/>
        </p:nvCxnSpPr>
        <p:spPr>
          <a:xfrm rot="16200000" flipH="1" flipV="1">
            <a:off x="7447651" y="-842153"/>
            <a:ext cx="47488" cy="7269732"/>
          </a:xfrm>
          <a:prstGeom prst="curvedConnector3">
            <a:avLst>
              <a:gd name="adj1" fmla="val -4225489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コネクタ: 曲線 259">
            <a:extLst>
              <a:ext uri="{FF2B5EF4-FFF2-40B4-BE49-F238E27FC236}">
                <a16:creationId xmlns:a16="http://schemas.microsoft.com/office/drawing/2014/main" id="{52685C5D-8D03-1F7A-6FFF-0F145ED79D26}"/>
              </a:ext>
            </a:extLst>
          </p:cNvPr>
          <p:cNvCxnSpPr>
            <a:cxnSpLocks/>
            <a:stCxn id="150" idx="0"/>
            <a:endCxn id="31" idx="0"/>
          </p:cNvCxnSpPr>
          <p:nvPr/>
        </p:nvCxnSpPr>
        <p:spPr>
          <a:xfrm rot="16200000" flipH="1">
            <a:off x="6709069" y="44030"/>
            <a:ext cx="6350" cy="5538505"/>
          </a:xfrm>
          <a:prstGeom prst="curvedConnector3">
            <a:avLst>
              <a:gd name="adj1" fmla="val -23527307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4" name="四角形: 角を丸くする 263">
            <a:extLst>
              <a:ext uri="{FF2B5EF4-FFF2-40B4-BE49-F238E27FC236}">
                <a16:creationId xmlns:a16="http://schemas.microsoft.com/office/drawing/2014/main" id="{C271693A-5C8D-4B53-8CD8-5A5CCD99E51D}"/>
              </a:ext>
            </a:extLst>
          </p:cNvPr>
          <p:cNvSpPr/>
          <p:nvPr/>
        </p:nvSpPr>
        <p:spPr>
          <a:xfrm>
            <a:off x="9530634" y="2801333"/>
            <a:ext cx="45719" cy="4571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79" name="コネクタ: 曲線 278">
            <a:extLst>
              <a:ext uri="{FF2B5EF4-FFF2-40B4-BE49-F238E27FC236}">
                <a16:creationId xmlns:a16="http://schemas.microsoft.com/office/drawing/2014/main" id="{EDE6A283-C278-D16F-460F-71AB3B9C5626}"/>
              </a:ext>
            </a:extLst>
          </p:cNvPr>
          <p:cNvCxnSpPr>
            <a:cxnSpLocks/>
            <a:stCxn id="264" idx="0"/>
            <a:endCxn id="223" idx="0"/>
          </p:cNvCxnSpPr>
          <p:nvPr/>
        </p:nvCxnSpPr>
        <p:spPr>
          <a:xfrm rot="16200000" flipH="1">
            <a:off x="10298432" y="2056395"/>
            <a:ext cx="8774" cy="1498650"/>
          </a:xfrm>
          <a:prstGeom prst="curvedConnector3">
            <a:avLst>
              <a:gd name="adj1" fmla="val -6605676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A2E93A99-4658-A6AA-B9C9-DFF262985D5D}"/>
              </a:ext>
            </a:extLst>
          </p:cNvPr>
          <p:cNvSpPr/>
          <p:nvPr/>
        </p:nvSpPr>
        <p:spPr>
          <a:xfrm>
            <a:off x="11083401" y="2768969"/>
            <a:ext cx="45719" cy="4571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" name="直線矢印コネクタ 3">
            <a:extLst>
              <a:ext uri="{FF2B5EF4-FFF2-40B4-BE49-F238E27FC236}">
                <a16:creationId xmlns:a16="http://schemas.microsoft.com/office/drawing/2014/main" id="{89AFA85A-E024-8E90-16C8-D5E3DFD6ACCA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2360738" y="1490539"/>
            <a:ext cx="10781" cy="1000874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768F3EA-7360-D681-62A9-E5548D3E5B72}"/>
              </a:ext>
            </a:extLst>
          </p:cNvPr>
          <p:cNvSpPr txBox="1"/>
          <p:nvPr/>
        </p:nvSpPr>
        <p:spPr>
          <a:xfrm>
            <a:off x="1825176" y="1269521"/>
            <a:ext cx="1092685" cy="22101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36000" rIns="36000" bIns="0" rtlCol="0" anchor="ctr">
            <a:spAutoFit/>
          </a:bodyPr>
          <a:lstStyle/>
          <a:p>
            <a:pPr algn="ctr"/>
            <a:r>
              <a:rPr kumimoji="1" lang="ja-JP" altLang="en-US" sz="1200" dirty="0"/>
              <a:t>新着</a:t>
            </a:r>
          </a:p>
        </p:txBody>
      </p:sp>
      <p:cxnSp>
        <p:nvCxnSpPr>
          <p:cNvPr id="3" name="コネクタ: 曲線 2">
            <a:extLst>
              <a:ext uri="{FF2B5EF4-FFF2-40B4-BE49-F238E27FC236}">
                <a16:creationId xmlns:a16="http://schemas.microsoft.com/office/drawing/2014/main" id="{9A82457C-C221-25DC-1E3E-07434FD32383}"/>
              </a:ext>
            </a:extLst>
          </p:cNvPr>
          <p:cNvCxnSpPr>
            <a:stCxn id="11" idx="2"/>
            <a:endCxn id="8" idx="2"/>
          </p:cNvCxnSpPr>
          <p:nvPr/>
        </p:nvCxnSpPr>
        <p:spPr>
          <a:xfrm rot="5400000">
            <a:off x="5247771" y="1626233"/>
            <a:ext cx="12700" cy="2822484"/>
          </a:xfrm>
          <a:prstGeom prst="curvedConnector3">
            <a:avLst>
              <a:gd name="adj1" fmla="val 286547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4DC47D1-05EB-E941-2B8D-1545490E2156}"/>
              </a:ext>
            </a:extLst>
          </p:cNvPr>
          <p:cNvSpPr txBox="1"/>
          <p:nvPr/>
        </p:nvSpPr>
        <p:spPr>
          <a:xfrm>
            <a:off x="5391699" y="3245793"/>
            <a:ext cx="1092685" cy="22101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36000" tIns="36000" rIns="36000" bIns="0" rtlCol="0" anchor="ctr">
            <a:spAutoFit/>
          </a:bodyPr>
          <a:lstStyle/>
          <a:p>
            <a:pPr algn="ctr"/>
            <a:r>
              <a:rPr lang="ja-JP" altLang="en-US" sz="1200" dirty="0"/>
              <a:t>再依頼</a:t>
            </a:r>
            <a:endParaRPr kumimoji="1" lang="ja-JP" altLang="en-US" sz="120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46F54C7-4641-5B8A-8861-F37E0C91841C}"/>
              </a:ext>
            </a:extLst>
          </p:cNvPr>
          <p:cNvSpPr txBox="1"/>
          <p:nvPr/>
        </p:nvSpPr>
        <p:spPr>
          <a:xfrm>
            <a:off x="5420338" y="3436427"/>
            <a:ext cx="10054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800" dirty="0"/>
              <a:t>※</a:t>
            </a:r>
            <a:r>
              <a:rPr kumimoji="1" lang="ja-JP" altLang="en-US" sz="800" dirty="0"/>
              <a:t>当日中のみ可能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3395EB5-754A-E110-4CF2-81A2DEED6A59}"/>
              </a:ext>
            </a:extLst>
          </p:cNvPr>
          <p:cNvSpPr txBox="1"/>
          <p:nvPr/>
        </p:nvSpPr>
        <p:spPr>
          <a:xfrm>
            <a:off x="279823" y="3091430"/>
            <a:ext cx="142347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 dirty="0"/>
              <a:t>申込者による取り下げ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2DC0A37-B84A-BB48-296E-A5C66D3F83EB}"/>
              </a:ext>
            </a:extLst>
          </p:cNvPr>
          <p:cNvSpPr txBox="1"/>
          <p:nvPr/>
        </p:nvSpPr>
        <p:spPr>
          <a:xfrm>
            <a:off x="7411186" y="3053468"/>
            <a:ext cx="142347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 dirty="0"/>
              <a:t>申込者による取り下げ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07C0A621-0444-7001-F97F-AECA1546A811}"/>
              </a:ext>
            </a:extLst>
          </p:cNvPr>
          <p:cNvSpPr txBox="1"/>
          <p:nvPr/>
        </p:nvSpPr>
        <p:spPr>
          <a:xfrm>
            <a:off x="6900053" y="4275996"/>
            <a:ext cx="9028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800" dirty="0"/>
              <a:t>すぐに</a:t>
            </a:r>
            <a:endParaRPr lang="en-US" altLang="ja-JP" sz="800" dirty="0"/>
          </a:p>
          <a:p>
            <a:r>
              <a:rPr lang="ja-JP" altLang="en-US" sz="800" dirty="0"/>
              <a:t>次の</a:t>
            </a:r>
            <a:r>
              <a:rPr kumimoji="1" lang="ja-JP" altLang="en-US" sz="800" dirty="0"/>
              <a:t>申込み可能</a:t>
            </a:r>
          </a:p>
        </p:txBody>
      </p:sp>
      <p:sp>
        <p:nvSpPr>
          <p:cNvPr id="2" name="楕円 1">
            <a:extLst>
              <a:ext uri="{FF2B5EF4-FFF2-40B4-BE49-F238E27FC236}">
                <a16:creationId xmlns:a16="http://schemas.microsoft.com/office/drawing/2014/main" id="{05815C68-BCA1-85BF-7451-618B088C6909}"/>
              </a:ext>
            </a:extLst>
          </p:cNvPr>
          <p:cNvSpPr/>
          <p:nvPr/>
        </p:nvSpPr>
        <p:spPr>
          <a:xfrm>
            <a:off x="6627630" y="3847270"/>
            <a:ext cx="58643" cy="697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DE456E99-5429-1A11-948C-EA655F5B2C46}"/>
              </a:ext>
            </a:extLst>
          </p:cNvPr>
          <p:cNvSpPr/>
          <p:nvPr/>
        </p:nvSpPr>
        <p:spPr>
          <a:xfrm>
            <a:off x="6440313" y="4105909"/>
            <a:ext cx="58643" cy="697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B1B4E3DB-F016-FC7A-71DA-42EC41FBA3F8}"/>
              </a:ext>
            </a:extLst>
          </p:cNvPr>
          <p:cNvSpPr/>
          <p:nvPr/>
        </p:nvSpPr>
        <p:spPr>
          <a:xfrm>
            <a:off x="6822512" y="4105909"/>
            <a:ext cx="58643" cy="697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6" name="直線矢印コネクタ 45">
            <a:extLst>
              <a:ext uri="{FF2B5EF4-FFF2-40B4-BE49-F238E27FC236}">
                <a16:creationId xmlns:a16="http://schemas.microsoft.com/office/drawing/2014/main" id="{BD79FFE4-8298-E930-09C1-1317D0BA6F67}"/>
              </a:ext>
            </a:extLst>
          </p:cNvPr>
          <p:cNvCxnSpPr>
            <a:stCxn id="11" idx="2"/>
            <a:endCxn id="2" idx="0"/>
          </p:cNvCxnSpPr>
          <p:nvPr/>
        </p:nvCxnSpPr>
        <p:spPr>
          <a:xfrm flipH="1">
            <a:off x="6656952" y="3037475"/>
            <a:ext cx="2061" cy="809795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コネクタ: カギ線 33">
            <a:extLst>
              <a:ext uri="{FF2B5EF4-FFF2-40B4-BE49-F238E27FC236}">
                <a16:creationId xmlns:a16="http://schemas.microsoft.com/office/drawing/2014/main" id="{A5F61654-DF6E-C87B-A25B-7422F673EFD3}"/>
              </a:ext>
            </a:extLst>
          </p:cNvPr>
          <p:cNvCxnSpPr>
            <a:cxnSpLocks/>
            <a:stCxn id="6" idx="4"/>
            <a:endCxn id="188" idx="0"/>
          </p:cNvCxnSpPr>
          <p:nvPr/>
        </p:nvCxnSpPr>
        <p:spPr>
          <a:xfrm rot="5400000">
            <a:off x="5691935" y="4070240"/>
            <a:ext cx="1054522" cy="1265277"/>
          </a:xfrm>
          <a:prstGeom prst="bentConnector3">
            <a:avLst>
              <a:gd name="adj1" fmla="val 4377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楕円 16">
            <a:extLst>
              <a:ext uri="{FF2B5EF4-FFF2-40B4-BE49-F238E27FC236}">
                <a16:creationId xmlns:a16="http://schemas.microsoft.com/office/drawing/2014/main" id="{059048C3-81E0-6370-9999-58C5C8C6582F}"/>
              </a:ext>
            </a:extLst>
          </p:cNvPr>
          <p:cNvSpPr/>
          <p:nvPr/>
        </p:nvSpPr>
        <p:spPr>
          <a:xfrm>
            <a:off x="6413448" y="4407005"/>
            <a:ext cx="115552" cy="9729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id="{369C10C4-5027-9A5C-D69D-171361E055DA}"/>
              </a:ext>
            </a:extLst>
          </p:cNvPr>
          <p:cNvCxnSpPr>
            <a:cxnSpLocks/>
            <a:stCxn id="2" idx="4"/>
            <a:endCxn id="5" idx="6"/>
          </p:cNvCxnSpPr>
          <p:nvPr/>
        </p:nvCxnSpPr>
        <p:spPr>
          <a:xfrm flipH="1">
            <a:off x="6498956" y="3916978"/>
            <a:ext cx="157996" cy="2237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1" name="図 50">
            <a:extLst>
              <a:ext uri="{FF2B5EF4-FFF2-40B4-BE49-F238E27FC236}">
                <a16:creationId xmlns:a16="http://schemas.microsoft.com/office/drawing/2014/main" id="{9F489913-4A2B-5F74-8227-FB4B4EEABC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359"/>
          <a:stretch>
            <a:fillRect/>
          </a:stretch>
        </p:blipFill>
        <p:spPr>
          <a:xfrm>
            <a:off x="6388444" y="4213619"/>
            <a:ext cx="159344" cy="139650"/>
          </a:xfrm>
          <a:prstGeom prst="rect">
            <a:avLst/>
          </a:prstGeom>
        </p:spPr>
      </p:pic>
      <p:sp>
        <p:nvSpPr>
          <p:cNvPr id="52" name="楕円 51">
            <a:extLst>
              <a:ext uri="{FF2B5EF4-FFF2-40B4-BE49-F238E27FC236}">
                <a16:creationId xmlns:a16="http://schemas.microsoft.com/office/drawing/2014/main" id="{45BE43E2-BA95-1B9A-2E0C-B96021FDDD7A}"/>
              </a:ext>
            </a:extLst>
          </p:cNvPr>
          <p:cNvSpPr/>
          <p:nvPr/>
        </p:nvSpPr>
        <p:spPr>
          <a:xfrm>
            <a:off x="6790387" y="4410041"/>
            <a:ext cx="115552" cy="9729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楕円 53">
            <a:extLst>
              <a:ext uri="{FF2B5EF4-FFF2-40B4-BE49-F238E27FC236}">
                <a16:creationId xmlns:a16="http://schemas.microsoft.com/office/drawing/2014/main" id="{A0E5488F-2589-5B78-1362-DF907928D5CB}"/>
              </a:ext>
            </a:extLst>
          </p:cNvPr>
          <p:cNvSpPr/>
          <p:nvPr/>
        </p:nvSpPr>
        <p:spPr>
          <a:xfrm>
            <a:off x="8012480" y="4409198"/>
            <a:ext cx="115552" cy="9729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39317218-8150-1073-4E82-7B481B3BDD8D}"/>
              </a:ext>
            </a:extLst>
          </p:cNvPr>
          <p:cNvSpPr txBox="1"/>
          <p:nvPr/>
        </p:nvSpPr>
        <p:spPr>
          <a:xfrm>
            <a:off x="1018814" y="4275996"/>
            <a:ext cx="9028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800" dirty="0"/>
              <a:t>すぐに</a:t>
            </a:r>
            <a:endParaRPr lang="en-US" altLang="ja-JP" sz="800" dirty="0"/>
          </a:p>
          <a:p>
            <a:r>
              <a:rPr lang="ja-JP" altLang="en-US" sz="800" dirty="0"/>
              <a:t>次の</a:t>
            </a:r>
            <a:r>
              <a:rPr kumimoji="1" lang="ja-JP" altLang="en-US" sz="800" dirty="0"/>
              <a:t>申込み可能</a:t>
            </a:r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98F14E1D-F487-6F84-CB9D-F6EBBCF0D696}"/>
              </a:ext>
            </a:extLst>
          </p:cNvPr>
          <p:cNvSpPr txBox="1"/>
          <p:nvPr/>
        </p:nvSpPr>
        <p:spPr>
          <a:xfrm>
            <a:off x="8132668" y="4283444"/>
            <a:ext cx="9028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800" dirty="0"/>
              <a:t>すぐに</a:t>
            </a:r>
            <a:endParaRPr lang="en-US" altLang="ja-JP" sz="800" dirty="0"/>
          </a:p>
          <a:p>
            <a:pPr algn="ctr"/>
            <a:r>
              <a:rPr lang="ja-JP" altLang="en-US" sz="800" dirty="0"/>
              <a:t>次の</a:t>
            </a:r>
            <a:r>
              <a:rPr kumimoji="1" lang="ja-JP" altLang="en-US" sz="800" dirty="0"/>
              <a:t>申込み可能</a:t>
            </a:r>
          </a:p>
        </p:txBody>
      </p:sp>
      <p:sp>
        <p:nvSpPr>
          <p:cNvPr id="188" name="テキスト ボックス 187">
            <a:extLst>
              <a:ext uri="{FF2B5EF4-FFF2-40B4-BE49-F238E27FC236}">
                <a16:creationId xmlns:a16="http://schemas.microsoft.com/office/drawing/2014/main" id="{A5CE973C-4441-BF80-4F6B-698CCA1C3668}"/>
              </a:ext>
            </a:extLst>
          </p:cNvPr>
          <p:cNvSpPr txBox="1"/>
          <p:nvPr/>
        </p:nvSpPr>
        <p:spPr>
          <a:xfrm>
            <a:off x="5331519" y="5230139"/>
            <a:ext cx="510076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⏱</a:t>
            </a:r>
            <a:endParaRPr kumimoji="1" lang="ja-JP" altLang="en-US" sz="2800" dirty="0"/>
          </a:p>
        </p:txBody>
      </p:sp>
      <p:sp>
        <p:nvSpPr>
          <p:cNvPr id="89" name="テキスト ボックス 88">
            <a:extLst>
              <a:ext uri="{FF2B5EF4-FFF2-40B4-BE49-F238E27FC236}">
                <a16:creationId xmlns:a16="http://schemas.microsoft.com/office/drawing/2014/main" id="{9A024786-4181-1347-30BE-312E72DBEA94}"/>
              </a:ext>
            </a:extLst>
          </p:cNvPr>
          <p:cNvSpPr txBox="1"/>
          <p:nvPr/>
        </p:nvSpPr>
        <p:spPr>
          <a:xfrm>
            <a:off x="5571539" y="4286204"/>
            <a:ext cx="9028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800" dirty="0"/>
              <a:t>翌日になったら</a:t>
            </a:r>
          </a:p>
          <a:p>
            <a:r>
              <a:rPr lang="ja-JP" altLang="en-US" sz="800" dirty="0"/>
              <a:t>次の</a:t>
            </a:r>
            <a:r>
              <a:rPr kumimoji="1" lang="ja-JP" altLang="en-US" sz="800" dirty="0"/>
              <a:t>申込み可能</a:t>
            </a:r>
          </a:p>
        </p:txBody>
      </p: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BF558DFF-3E93-5F1D-A364-3A6AC22AFDF6}"/>
              </a:ext>
            </a:extLst>
          </p:cNvPr>
          <p:cNvSpPr txBox="1"/>
          <p:nvPr/>
        </p:nvSpPr>
        <p:spPr>
          <a:xfrm>
            <a:off x="6694206" y="3841072"/>
            <a:ext cx="6767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100" dirty="0"/>
              <a:t>ボタン</a:t>
            </a:r>
            <a:endParaRPr kumimoji="1" lang="ja-JP" altLang="en-US" sz="1100" dirty="0"/>
          </a:p>
        </p:txBody>
      </p: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58C5167F-0F9F-FF57-4507-1D2AC7465565}"/>
              </a:ext>
            </a:extLst>
          </p:cNvPr>
          <p:cNvSpPr txBox="1"/>
          <p:nvPr/>
        </p:nvSpPr>
        <p:spPr>
          <a:xfrm>
            <a:off x="5690184" y="5392516"/>
            <a:ext cx="1107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800" dirty="0"/>
              <a:t>診療予定</a:t>
            </a:r>
            <a:r>
              <a:rPr kumimoji="1" lang="ja-JP" altLang="en-US" sz="800" dirty="0"/>
              <a:t>日になった</a:t>
            </a:r>
          </a:p>
        </p:txBody>
      </p:sp>
      <p:sp>
        <p:nvSpPr>
          <p:cNvPr id="95" name="テキスト ボックス 94">
            <a:extLst>
              <a:ext uri="{FF2B5EF4-FFF2-40B4-BE49-F238E27FC236}">
                <a16:creationId xmlns:a16="http://schemas.microsoft.com/office/drawing/2014/main" id="{39FB6554-C157-1D3E-B7AC-6F7F0D9F8A70}"/>
              </a:ext>
            </a:extLst>
          </p:cNvPr>
          <p:cNvSpPr txBox="1"/>
          <p:nvPr/>
        </p:nvSpPr>
        <p:spPr>
          <a:xfrm>
            <a:off x="6383361" y="6144067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800" dirty="0"/>
              <a:t>診療予定日を過ぎたら</a:t>
            </a:r>
            <a:endParaRPr lang="en-US" altLang="ja-JP" sz="800" dirty="0"/>
          </a:p>
          <a:p>
            <a:r>
              <a:rPr lang="ja-JP" altLang="en-US" sz="800" dirty="0"/>
              <a:t>次の</a:t>
            </a:r>
            <a:r>
              <a:rPr kumimoji="1" lang="ja-JP" altLang="en-US" sz="800" dirty="0"/>
              <a:t>申込み可能</a:t>
            </a:r>
          </a:p>
        </p:txBody>
      </p:sp>
      <p:sp>
        <p:nvSpPr>
          <p:cNvPr id="99" name="テキスト ボックス 98">
            <a:extLst>
              <a:ext uri="{FF2B5EF4-FFF2-40B4-BE49-F238E27FC236}">
                <a16:creationId xmlns:a16="http://schemas.microsoft.com/office/drawing/2014/main" id="{0D8DD168-B295-8BC8-000D-3AD84CB94C90}"/>
              </a:ext>
            </a:extLst>
          </p:cNvPr>
          <p:cNvSpPr txBox="1"/>
          <p:nvPr/>
        </p:nvSpPr>
        <p:spPr>
          <a:xfrm>
            <a:off x="2117249" y="1470757"/>
            <a:ext cx="451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🔒</a:t>
            </a:r>
          </a:p>
        </p:txBody>
      </p:sp>
      <p:sp>
        <p:nvSpPr>
          <p:cNvPr id="103" name="テキスト ボックス 102">
            <a:extLst>
              <a:ext uri="{FF2B5EF4-FFF2-40B4-BE49-F238E27FC236}">
                <a16:creationId xmlns:a16="http://schemas.microsoft.com/office/drawing/2014/main" id="{20108BC6-00E1-6367-7008-F45C3075282A}"/>
              </a:ext>
            </a:extLst>
          </p:cNvPr>
          <p:cNvSpPr txBox="1"/>
          <p:nvPr/>
        </p:nvSpPr>
        <p:spPr>
          <a:xfrm>
            <a:off x="713704" y="4238797"/>
            <a:ext cx="4951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🔓</a:t>
            </a:r>
          </a:p>
        </p:txBody>
      </p:sp>
      <p:sp>
        <p:nvSpPr>
          <p:cNvPr id="104" name="テキスト ボックス 103">
            <a:extLst>
              <a:ext uri="{FF2B5EF4-FFF2-40B4-BE49-F238E27FC236}">
                <a16:creationId xmlns:a16="http://schemas.microsoft.com/office/drawing/2014/main" id="{A37AE025-7D28-759B-F15F-8CD74DAB05DA}"/>
              </a:ext>
            </a:extLst>
          </p:cNvPr>
          <p:cNvSpPr txBox="1"/>
          <p:nvPr/>
        </p:nvSpPr>
        <p:spPr>
          <a:xfrm>
            <a:off x="6061077" y="6113289"/>
            <a:ext cx="4951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🔓</a:t>
            </a:r>
          </a:p>
        </p:txBody>
      </p:sp>
      <p:sp>
        <p:nvSpPr>
          <p:cNvPr id="106" name="テキスト ボックス 105">
            <a:extLst>
              <a:ext uri="{FF2B5EF4-FFF2-40B4-BE49-F238E27FC236}">
                <a16:creationId xmlns:a16="http://schemas.microsoft.com/office/drawing/2014/main" id="{AB3D1737-3778-97A0-EEB7-9DC753A4C4FB}"/>
              </a:ext>
            </a:extLst>
          </p:cNvPr>
          <p:cNvSpPr txBox="1"/>
          <p:nvPr/>
        </p:nvSpPr>
        <p:spPr>
          <a:xfrm>
            <a:off x="7837352" y="4238797"/>
            <a:ext cx="4951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🔓</a:t>
            </a:r>
          </a:p>
        </p:txBody>
      </p:sp>
      <p:sp>
        <p:nvSpPr>
          <p:cNvPr id="107" name="テキスト ボックス 106">
            <a:extLst>
              <a:ext uri="{FF2B5EF4-FFF2-40B4-BE49-F238E27FC236}">
                <a16:creationId xmlns:a16="http://schemas.microsoft.com/office/drawing/2014/main" id="{D17BEC77-5747-6F00-ED5C-02F28F504336}"/>
              </a:ext>
            </a:extLst>
          </p:cNvPr>
          <p:cNvSpPr txBox="1"/>
          <p:nvPr/>
        </p:nvSpPr>
        <p:spPr>
          <a:xfrm>
            <a:off x="6624551" y="4254518"/>
            <a:ext cx="4951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🔓</a:t>
            </a:r>
          </a:p>
        </p:txBody>
      </p:sp>
      <p:sp>
        <p:nvSpPr>
          <p:cNvPr id="108" name="テキスト ボックス 107">
            <a:extLst>
              <a:ext uri="{FF2B5EF4-FFF2-40B4-BE49-F238E27FC236}">
                <a16:creationId xmlns:a16="http://schemas.microsoft.com/office/drawing/2014/main" id="{8E025EC2-B32A-945B-F378-7EC9AA259B00}"/>
              </a:ext>
            </a:extLst>
          </p:cNvPr>
          <p:cNvSpPr txBox="1"/>
          <p:nvPr/>
        </p:nvSpPr>
        <p:spPr>
          <a:xfrm>
            <a:off x="6244841" y="4255681"/>
            <a:ext cx="4951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🔓</a:t>
            </a:r>
          </a:p>
        </p:txBody>
      </p:sp>
      <p:sp>
        <p:nvSpPr>
          <p:cNvPr id="109" name="テキスト ボックス 108">
            <a:extLst>
              <a:ext uri="{FF2B5EF4-FFF2-40B4-BE49-F238E27FC236}">
                <a16:creationId xmlns:a16="http://schemas.microsoft.com/office/drawing/2014/main" id="{97F7C83E-AF96-2FA7-B7CE-8909509713AB}"/>
              </a:ext>
            </a:extLst>
          </p:cNvPr>
          <p:cNvSpPr txBox="1"/>
          <p:nvPr/>
        </p:nvSpPr>
        <p:spPr>
          <a:xfrm>
            <a:off x="1132230" y="1566790"/>
            <a:ext cx="12105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800" dirty="0"/>
              <a:t>次の</a:t>
            </a:r>
            <a:r>
              <a:rPr kumimoji="1" lang="ja-JP" altLang="en-US" sz="800" dirty="0"/>
              <a:t>申込み不可にする</a:t>
            </a:r>
          </a:p>
        </p:txBody>
      </p:sp>
      <p:sp>
        <p:nvSpPr>
          <p:cNvPr id="111" name="テキスト ボックス 110">
            <a:extLst>
              <a:ext uri="{FF2B5EF4-FFF2-40B4-BE49-F238E27FC236}">
                <a16:creationId xmlns:a16="http://schemas.microsoft.com/office/drawing/2014/main" id="{0A4B2AAA-78DB-4769-62B8-895EBD8F65A9}"/>
              </a:ext>
            </a:extLst>
          </p:cNvPr>
          <p:cNvSpPr txBox="1"/>
          <p:nvPr/>
        </p:nvSpPr>
        <p:spPr>
          <a:xfrm>
            <a:off x="10418797" y="5872796"/>
            <a:ext cx="4951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🔓</a:t>
            </a:r>
          </a:p>
        </p:txBody>
      </p:sp>
      <p:sp>
        <p:nvSpPr>
          <p:cNvPr id="133" name="楕円 132">
            <a:extLst>
              <a:ext uri="{FF2B5EF4-FFF2-40B4-BE49-F238E27FC236}">
                <a16:creationId xmlns:a16="http://schemas.microsoft.com/office/drawing/2014/main" id="{EAD5E056-8853-5D12-C955-06C99DCE4DAA}"/>
              </a:ext>
            </a:extLst>
          </p:cNvPr>
          <p:cNvSpPr/>
          <p:nvPr/>
        </p:nvSpPr>
        <p:spPr>
          <a:xfrm>
            <a:off x="9467193" y="3861866"/>
            <a:ext cx="58643" cy="697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4" name="楕円 133">
            <a:extLst>
              <a:ext uri="{FF2B5EF4-FFF2-40B4-BE49-F238E27FC236}">
                <a16:creationId xmlns:a16="http://schemas.microsoft.com/office/drawing/2014/main" id="{0722D271-D545-6B3D-FBBD-EAADD1D238EF}"/>
              </a:ext>
            </a:extLst>
          </p:cNvPr>
          <p:cNvSpPr/>
          <p:nvPr/>
        </p:nvSpPr>
        <p:spPr>
          <a:xfrm>
            <a:off x="9302043" y="4094483"/>
            <a:ext cx="58643" cy="697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6" name="楕円 135">
            <a:extLst>
              <a:ext uri="{FF2B5EF4-FFF2-40B4-BE49-F238E27FC236}">
                <a16:creationId xmlns:a16="http://schemas.microsoft.com/office/drawing/2014/main" id="{54940AB1-3C9D-9B3C-56EF-37AB0E3C2022}"/>
              </a:ext>
            </a:extLst>
          </p:cNvPr>
          <p:cNvSpPr/>
          <p:nvPr/>
        </p:nvSpPr>
        <p:spPr>
          <a:xfrm>
            <a:off x="9642753" y="4092943"/>
            <a:ext cx="58643" cy="697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37" name="直線コネクタ 136">
            <a:extLst>
              <a:ext uri="{FF2B5EF4-FFF2-40B4-BE49-F238E27FC236}">
                <a16:creationId xmlns:a16="http://schemas.microsoft.com/office/drawing/2014/main" id="{90636F38-4440-5D0D-8F03-7DED0045F331}"/>
              </a:ext>
            </a:extLst>
          </p:cNvPr>
          <p:cNvCxnSpPr>
            <a:cxnSpLocks/>
            <a:stCxn id="133" idx="4"/>
            <a:endCxn id="134" idx="5"/>
          </p:cNvCxnSpPr>
          <p:nvPr/>
        </p:nvCxnSpPr>
        <p:spPr>
          <a:xfrm flipH="1">
            <a:off x="9352098" y="3931574"/>
            <a:ext cx="144417" cy="22240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直線矢印コネクタ 137">
            <a:extLst>
              <a:ext uri="{FF2B5EF4-FFF2-40B4-BE49-F238E27FC236}">
                <a16:creationId xmlns:a16="http://schemas.microsoft.com/office/drawing/2014/main" id="{21DA537D-7E41-09C0-2021-CD6EDA3D1062}"/>
              </a:ext>
            </a:extLst>
          </p:cNvPr>
          <p:cNvCxnSpPr>
            <a:cxnSpLocks/>
            <a:endCxn id="133" idx="0"/>
          </p:cNvCxnSpPr>
          <p:nvPr/>
        </p:nvCxnSpPr>
        <p:spPr>
          <a:xfrm>
            <a:off x="9491166" y="3026049"/>
            <a:ext cx="5349" cy="835817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テキスト ボックス 140">
            <a:extLst>
              <a:ext uri="{FF2B5EF4-FFF2-40B4-BE49-F238E27FC236}">
                <a16:creationId xmlns:a16="http://schemas.microsoft.com/office/drawing/2014/main" id="{4869934D-0146-E566-1CBC-3B390D429AF7}"/>
              </a:ext>
            </a:extLst>
          </p:cNvPr>
          <p:cNvSpPr txBox="1"/>
          <p:nvPr/>
        </p:nvSpPr>
        <p:spPr>
          <a:xfrm>
            <a:off x="9497516" y="3849272"/>
            <a:ext cx="6767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100" dirty="0"/>
              <a:t>ボタン</a:t>
            </a:r>
          </a:p>
        </p:txBody>
      </p:sp>
      <p:cxnSp>
        <p:nvCxnSpPr>
          <p:cNvPr id="143" name="直線矢印コネクタ 142">
            <a:extLst>
              <a:ext uri="{FF2B5EF4-FFF2-40B4-BE49-F238E27FC236}">
                <a16:creationId xmlns:a16="http://schemas.microsoft.com/office/drawing/2014/main" id="{10F5C4E5-C9BD-D921-8742-C9F71D034E51}"/>
              </a:ext>
            </a:extLst>
          </p:cNvPr>
          <p:cNvCxnSpPr>
            <a:cxnSpLocks/>
            <a:stCxn id="134" idx="4"/>
          </p:cNvCxnSpPr>
          <p:nvPr/>
        </p:nvCxnSpPr>
        <p:spPr>
          <a:xfrm>
            <a:off x="9331365" y="4164191"/>
            <a:ext cx="0" cy="45475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直線矢印コネクタ 147">
            <a:extLst>
              <a:ext uri="{FF2B5EF4-FFF2-40B4-BE49-F238E27FC236}">
                <a16:creationId xmlns:a16="http://schemas.microsoft.com/office/drawing/2014/main" id="{69484656-674E-DF6A-D86C-4AD015C6F10F}"/>
              </a:ext>
            </a:extLst>
          </p:cNvPr>
          <p:cNvCxnSpPr>
            <a:cxnSpLocks/>
          </p:cNvCxnSpPr>
          <p:nvPr/>
        </p:nvCxnSpPr>
        <p:spPr>
          <a:xfrm>
            <a:off x="9669502" y="4164191"/>
            <a:ext cx="0" cy="454751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テキスト ボックス 139">
            <a:extLst>
              <a:ext uri="{FF2B5EF4-FFF2-40B4-BE49-F238E27FC236}">
                <a16:creationId xmlns:a16="http://schemas.microsoft.com/office/drawing/2014/main" id="{0A9046D7-BBDC-8C8F-CE05-A57B003DBB5F}"/>
              </a:ext>
            </a:extLst>
          </p:cNvPr>
          <p:cNvSpPr txBox="1"/>
          <p:nvPr/>
        </p:nvSpPr>
        <p:spPr>
          <a:xfrm>
            <a:off x="9748747" y="4259573"/>
            <a:ext cx="9028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800" dirty="0"/>
              <a:t>すぐに</a:t>
            </a:r>
            <a:endParaRPr lang="en-US" altLang="ja-JP" sz="800" dirty="0"/>
          </a:p>
          <a:p>
            <a:r>
              <a:rPr lang="ja-JP" altLang="en-US" sz="800" dirty="0"/>
              <a:t>次の</a:t>
            </a:r>
            <a:r>
              <a:rPr kumimoji="1" lang="ja-JP" altLang="en-US" sz="800" dirty="0"/>
              <a:t>申込み可能</a:t>
            </a:r>
          </a:p>
        </p:txBody>
      </p:sp>
      <p:sp>
        <p:nvSpPr>
          <p:cNvPr id="142" name="テキスト ボックス 141">
            <a:extLst>
              <a:ext uri="{FF2B5EF4-FFF2-40B4-BE49-F238E27FC236}">
                <a16:creationId xmlns:a16="http://schemas.microsoft.com/office/drawing/2014/main" id="{2696604D-6399-D8E5-1EAB-666AD9B8552F}"/>
              </a:ext>
            </a:extLst>
          </p:cNvPr>
          <p:cNvSpPr txBox="1"/>
          <p:nvPr/>
        </p:nvSpPr>
        <p:spPr>
          <a:xfrm>
            <a:off x="9449365" y="4241235"/>
            <a:ext cx="4951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🔓</a:t>
            </a:r>
          </a:p>
        </p:txBody>
      </p:sp>
      <p:sp>
        <p:nvSpPr>
          <p:cNvPr id="154" name="テキスト ボックス 153">
            <a:extLst>
              <a:ext uri="{FF2B5EF4-FFF2-40B4-BE49-F238E27FC236}">
                <a16:creationId xmlns:a16="http://schemas.microsoft.com/office/drawing/2014/main" id="{25A986E7-7B51-66E0-11BC-7549CFF0DC74}"/>
              </a:ext>
            </a:extLst>
          </p:cNvPr>
          <p:cNvSpPr txBox="1"/>
          <p:nvPr/>
        </p:nvSpPr>
        <p:spPr>
          <a:xfrm>
            <a:off x="10727701" y="5903574"/>
            <a:ext cx="9028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800" dirty="0"/>
              <a:t>すぐに</a:t>
            </a:r>
            <a:endParaRPr lang="en-US" altLang="ja-JP" sz="800" dirty="0"/>
          </a:p>
          <a:p>
            <a:pPr algn="ctr"/>
            <a:r>
              <a:rPr lang="ja-JP" altLang="en-US" sz="800" dirty="0"/>
              <a:t>次の</a:t>
            </a:r>
            <a:r>
              <a:rPr kumimoji="1" lang="ja-JP" altLang="en-US" sz="800" dirty="0"/>
              <a:t>申込み可能</a:t>
            </a:r>
          </a:p>
        </p:txBody>
      </p:sp>
      <p:cxnSp>
        <p:nvCxnSpPr>
          <p:cNvPr id="156" name="直線コネクタ 155">
            <a:extLst>
              <a:ext uri="{FF2B5EF4-FFF2-40B4-BE49-F238E27FC236}">
                <a16:creationId xmlns:a16="http://schemas.microsoft.com/office/drawing/2014/main" id="{12520CBD-134D-AD55-2CB9-7F3E7A54664C}"/>
              </a:ext>
            </a:extLst>
          </p:cNvPr>
          <p:cNvCxnSpPr>
            <a:cxnSpLocks/>
          </p:cNvCxnSpPr>
          <p:nvPr/>
        </p:nvCxnSpPr>
        <p:spPr>
          <a:xfrm>
            <a:off x="8067985" y="4625061"/>
            <a:ext cx="1612013" cy="24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コネクタ: 曲線 159">
            <a:extLst>
              <a:ext uri="{FF2B5EF4-FFF2-40B4-BE49-F238E27FC236}">
                <a16:creationId xmlns:a16="http://schemas.microsoft.com/office/drawing/2014/main" id="{9428CB17-4BDB-CADD-6203-2CB31EA45F88}"/>
              </a:ext>
            </a:extLst>
          </p:cNvPr>
          <p:cNvCxnSpPr>
            <a:cxnSpLocks/>
            <a:stCxn id="42" idx="0"/>
            <a:endCxn id="31" idx="0"/>
          </p:cNvCxnSpPr>
          <p:nvPr/>
        </p:nvCxnSpPr>
        <p:spPr>
          <a:xfrm rot="16200000" flipH="1">
            <a:off x="5920121" y="-744918"/>
            <a:ext cx="12773" cy="7109977"/>
          </a:xfrm>
          <a:prstGeom prst="curvedConnector3">
            <a:avLst>
              <a:gd name="adj1" fmla="val -14615987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FDD4BED9-077A-3797-516B-7FD1F3636952}"/>
              </a:ext>
            </a:extLst>
          </p:cNvPr>
          <p:cNvSpPr/>
          <p:nvPr/>
        </p:nvSpPr>
        <p:spPr>
          <a:xfrm>
            <a:off x="6739970" y="3769241"/>
            <a:ext cx="907403" cy="10144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00FAD720-AAE7-9E7C-239F-5CBA119E102C}"/>
              </a:ext>
            </a:extLst>
          </p:cNvPr>
          <p:cNvSpPr/>
          <p:nvPr/>
        </p:nvSpPr>
        <p:spPr>
          <a:xfrm>
            <a:off x="9557496" y="3769242"/>
            <a:ext cx="522395" cy="3334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BDC02FC8-EE60-F272-CCA6-9D7BBB747F2A}"/>
              </a:ext>
            </a:extLst>
          </p:cNvPr>
          <p:cNvSpPr/>
          <p:nvPr/>
        </p:nvSpPr>
        <p:spPr>
          <a:xfrm>
            <a:off x="9099488" y="5106398"/>
            <a:ext cx="1411495" cy="5326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560C61E1-D681-745A-0461-73533C5CD012}"/>
              </a:ext>
            </a:extLst>
          </p:cNvPr>
          <p:cNvSpPr/>
          <p:nvPr/>
        </p:nvSpPr>
        <p:spPr>
          <a:xfrm>
            <a:off x="5328475" y="5186156"/>
            <a:ext cx="1411495" cy="5326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47234835-CF69-A26C-5300-259D5861F025}"/>
              </a:ext>
            </a:extLst>
          </p:cNvPr>
          <p:cNvCxnSpPr/>
          <p:nvPr/>
        </p:nvCxnSpPr>
        <p:spPr>
          <a:xfrm>
            <a:off x="6988655" y="4175617"/>
            <a:ext cx="535257" cy="12168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C14E3D13-E254-EE57-BA18-B0EA7F6294AC}"/>
              </a:ext>
            </a:extLst>
          </p:cNvPr>
          <p:cNvSpPr txBox="1"/>
          <p:nvPr/>
        </p:nvSpPr>
        <p:spPr>
          <a:xfrm flipH="1">
            <a:off x="7147506" y="4999720"/>
            <a:ext cx="1423470" cy="4308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1100" dirty="0"/>
              <a:t>当日は再依頼が出来るなら不要か？</a:t>
            </a:r>
            <a:endParaRPr kumimoji="1" lang="ja-JP" altLang="en-US" sz="1100" dirty="0"/>
          </a:p>
        </p:txBody>
      </p: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43536AAA-7B1B-A1E5-B9C8-CB672A7A1DF5}"/>
              </a:ext>
            </a:extLst>
          </p:cNvPr>
          <p:cNvCxnSpPr/>
          <p:nvPr/>
        </p:nvCxnSpPr>
        <p:spPr>
          <a:xfrm>
            <a:off x="9951135" y="3916978"/>
            <a:ext cx="1255581" cy="4900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E573C1C9-DD17-C70C-2087-AD3552F05017}"/>
              </a:ext>
            </a:extLst>
          </p:cNvPr>
          <p:cNvCxnSpPr>
            <a:cxnSpLocks/>
            <a:stCxn id="94" idx="0"/>
          </p:cNvCxnSpPr>
          <p:nvPr/>
        </p:nvCxnSpPr>
        <p:spPr>
          <a:xfrm flipV="1">
            <a:off x="9951135" y="4559405"/>
            <a:ext cx="1407981" cy="7449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96999D68-771F-B6B4-4A41-8EC58883AA35}"/>
              </a:ext>
            </a:extLst>
          </p:cNvPr>
          <p:cNvSpPr txBox="1"/>
          <p:nvPr/>
        </p:nvSpPr>
        <p:spPr>
          <a:xfrm flipH="1">
            <a:off x="10662916" y="4288851"/>
            <a:ext cx="1423470" cy="76944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1100" dirty="0"/>
              <a:t>スタッフ取り下げ後のボタンは（手動）終了ボタンと同等では？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6D8C40C2-187B-BC67-EA8B-D0B296314016}"/>
              </a:ext>
            </a:extLst>
          </p:cNvPr>
          <p:cNvSpPr txBox="1"/>
          <p:nvPr/>
        </p:nvSpPr>
        <p:spPr>
          <a:xfrm flipH="1">
            <a:off x="230959" y="5398989"/>
            <a:ext cx="1423470" cy="93871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1100" dirty="0"/>
              <a:t>各種メールが送信されるタイミングを書いた方がいい。</a:t>
            </a:r>
            <a:endParaRPr kumimoji="1" lang="en-US" altLang="ja-JP" sz="1100" dirty="0"/>
          </a:p>
          <a:p>
            <a:r>
              <a:rPr lang="ja-JP" altLang="en-US" sz="1100" dirty="0"/>
              <a:t>自動送信メールを含む</a:t>
            </a:r>
            <a:endParaRPr kumimoji="1" lang="ja-JP" altLang="en-US" sz="1100" dirty="0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733BF05F-544A-CFC5-6199-603BA12A1AC4}"/>
              </a:ext>
            </a:extLst>
          </p:cNvPr>
          <p:cNvSpPr txBox="1"/>
          <p:nvPr/>
        </p:nvSpPr>
        <p:spPr>
          <a:xfrm flipH="1">
            <a:off x="2022044" y="5384004"/>
            <a:ext cx="1423470" cy="110799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1100" dirty="0"/>
              <a:t>これは</a:t>
            </a:r>
            <a:r>
              <a:rPr kumimoji="1" lang="en-US" altLang="ja-JP" sz="1100" dirty="0"/>
              <a:t>Full</a:t>
            </a:r>
            <a:r>
              <a:rPr kumimoji="1" lang="ja-JP" altLang="en-US" sz="1100"/>
              <a:t>だが、イレギュラーは除き、よくある通常フローだけのバージョンを用意したほうがいいかも。</a:t>
            </a:r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578619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8289</TotalTime>
  <Words>593</Words>
  <Application>Microsoft Office PowerPoint</Application>
  <PresentationFormat>ワイド画面</PresentationFormat>
  <Paragraphs>209</Paragraphs>
  <Slides>3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Meiryo UI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朗史 三嶋</dc:creator>
  <cp:lastModifiedBy>朗史 三嶋</cp:lastModifiedBy>
  <cp:revision>40</cp:revision>
  <dcterms:created xsi:type="dcterms:W3CDTF">2026-01-28T15:48:40Z</dcterms:created>
  <dcterms:modified xsi:type="dcterms:W3CDTF">2026-04-16T08:05:30Z</dcterms:modified>
</cp:coreProperties>
</file>